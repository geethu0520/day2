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02" r:id="rId1"/>
    <p:sldMasterId id="2147483703" r:id="rId2"/>
  </p:sldMasterIdLst>
  <p:notesMasterIdLst>
    <p:notesMasterId r:id="rId14"/>
  </p:notesMasterIdLst>
  <p:sldIdLst>
    <p:sldId id="303" r:id="rId3"/>
    <p:sldId id="304" r:id="rId4"/>
    <p:sldId id="305" r:id="rId5"/>
    <p:sldId id="306" r:id="rId6"/>
    <p:sldId id="307" r:id="rId7"/>
    <p:sldId id="308" r:id="rId8"/>
    <p:sldId id="309" r:id="rId9"/>
    <p:sldId id="310" r:id="rId10"/>
    <p:sldId id="311" r:id="rId11"/>
    <p:sldId id="312" r:id="rId12"/>
    <p:sldId id="314" r:id="rId13"/>
  </p:sldIdLst>
  <p:sldSz cx="12192000" cy="6858000"/>
  <p:notesSz cx="7559675" cy="106918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3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86A6C50F-F4A3-4BDB-B4F6-054B70DB522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2" d="100"/>
          <a:sy n="72" d="100"/>
        </p:scale>
        <p:origin x="998" y="67"/>
      </p:cViewPr>
      <p:guideLst>
        <p:guide orient="horz" pos="2160"/>
        <p:guide pos="383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1048717" name="Google Shape;3;n"/>
          <p:cNvSpPr txBox="1">
            <a:spLocks noGrp="1"/>
          </p:cNvSpPr>
          <p:nvPr>
            <p:ph type="hdr" idx="2"/>
          </p:nvPr>
        </p:nvSpPr>
        <p:spPr>
          <a:xfrm>
            <a:off x="0" y="0"/>
            <a:ext cx="3276600" cy="5349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48718" name="Google Shape;4;n"/>
          <p:cNvSpPr txBox="1">
            <a:spLocks noGrp="1"/>
          </p:cNvSpPr>
          <p:nvPr>
            <p:ph type="dt" idx="10"/>
          </p:nvPr>
        </p:nvSpPr>
        <p:spPr>
          <a:xfrm>
            <a:off x="4281488" y="0"/>
            <a:ext cx="3276600" cy="5349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48719" name="Google Shape;5;n"/>
          <p:cNvSpPr>
            <a:spLocks noGrp="1" noRot="1" noChangeAspect="1"/>
          </p:cNvSpPr>
          <p:nvPr>
            <p:ph type="sldImg" idx="3"/>
          </p:nvPr>
        </p:nvSpPr>
        <p:spPr>
          <a:xfrm>
            <a:off x="215900" y="801688"/>
            <a:ext cx="7127875" cy="40100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720" name="Google Shape;6;n"/>
          <p:cNvSpPr txBox="1">
            <a:spLocks noGrp="1"/>
          </p:cNvSpPr>
          <p:nvPr>
            <p:ph type="body" idx="1"/>
          </p:nvPr>
        </p:nvSpPr>
        <p:spPr>
          <a:xfrm>
            <a:off x="755650" y="5078413"/>
            <a:ext cx="6048375" cy="4811712"/>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1048721" name="Google Shape;7;n"/>
          <p:cNvSpPr txBox="1">
            <a:spLocks noGrp="1"/>
          </p:cNvSpPr>
          <p:nvPr>
            <p:ph type="ftr" idx="11"/>
          </p:nvPr>
        </p:nvSpPr>
        <p:spPr>
          <a:xfrm>
            <a:off x="0" y="10155238"/>
            <a:ext cx="3276600" cy="5349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48722" name="Google Shape;8;n"/>
          <p:cNvSpPr txBox="1">
            <a:spLocks noGrp="1"/>
          </p:cNvSpPr>
          <p:nvPr>
            <p:ph type="sldNum" idx="12"/>
          </p:nvPr>
        </p:nvSpPr>
        <p:spPr>
          <a:xfrm>
            <a:off x="4281488" y="10155238"/>
            <a:ext cx="3276600" cy="5349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048630" name="Google Shape;129;p1: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8631" name="Google Shape;130;p1:notes"/>
          <p:cNvSpPr>
            <a:spLocks noGrp="1" noRot="1" noChangeAspect="1"/>
          </p:cNvSpPr>
          <p:nvPr>
            <p:ph type="sldImg" idx="2"/>
          </p:nvPr>
        </p:nvSpPr>
        <p:spPr>
          <a:xfrm>
            <a:off x="215900" y="801688"/>
            <a:ext cx="71278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048634" name="Google Shape;141;p2:notes"/>
          <p:cNvSpPr>
            <a:spLocks noGrp="1" noRot="1" noChangeAspect="1"/>
          </p:cNvSpPr>
          <p:nvPr>
            <p:ph type="sldImg" idx="2"/>
          </p:nvPr>
        </p:nvSpPr>
        <p:spPr>
          <a:xfrm>
            <a:off x="215900" y="801688"/>
            <a:ext cx="7127875" cy="40100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635" name="Google Shape;142;p2:notes"/>
          <p:cNvSpPr txBox="1">
            <a:spLocks noGrp="1"/>
          </p:cNvSpPr>
          <p:nvPr>
            <p:ph type="body" idx="1"/>
          </p:nvPr>
        </p:nvSpPr>
        <p:spPr>
          <a:xfrm>
            <a:off x="755650" y="5078413"/>
            <a:ext cx="6048375" cy="481171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048636" name="Google Shape;143;p2:notes"/>
          <p:cNvSpPr txBox="1">
            <a:spLocks noGrp="1"/>
          </p:cNvSpPr>
          <p:nvPr>
            <p:ph type="sldNum" idx="12"/>
          </p:nvPr>
        </p:nvSpPr>
        <p:spPr>
          <a:xfrm>
            <a:off x="4281488" y="10155238"/>
            <a:ext cx="3276600" cy="5349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048639" name="Google Shape;148;p3:notes"/>
          <p:cNvSpPr>
            <a:spLocks noGrp="1" noRot="1" noChangeAspect="1"/>
          </p:cNvSpPr>
          <p:nvPr>
            <p:ph type="sldImg" idx="2"/>
          </p:nvPr>
        </p:nvSpPr>
        <p:spPr>
          <a:xfrm>
            <a:off x="215900" y="801688"/>
            <a:ext cx="7127875" cy="40100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640" name="Google Shape;149;p3:notes"/>
          <p:cNvSpPr txBox="1">
            <a:spLocks noGrp="1"/>
          </p:cNvSpPr>
          <p:nvPr>
            <p:ph type="body" idx="1"/>
          </p:nvPr>
        </p:nvSpPr>
        <p:spPr>
          <a:xfrm>
            <a:off x="755650" y="5078413"/>
            <a:ext cx="6048375" cy="481171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048641" name="Google Shape;150;p3:notes"/>
          <p:cNvSpPr txBox="1">
            <a:spLocks noGrp="1"/>
          </p:cNvSpPr>
          <p:nvPr>
            <p:ph type="sldNum" idx="12"/>
          </p:nvPr>
        </p:nvSpPr>
        <p:spPr>
          <a:xfrm>
            <a:off x="4281488" y="10155238"/>
            <a:ext cx="3276600" cy="5349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048609" name="Google Shape;155;p4: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8610" name="Google Shape;156;p4:notes"/>
          <p:cNvSpPr>
            <a:spLocks noGrp="1" noRot="1" noChangeAspect="1"/>
          </p:cNvSpPr>
          <p:nvPr>
            <p:ph type="sldImg" idx="2"/>
          </p:nvPr>
        </p:nvSpPr>
        <p:spPr>
          <a:xfrm>
            <a:off x="215900" y="801688"/>
            <a:ext cx="71278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048601" name="Google Shape;161;p5: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8602" name="Google Shape;162;p5:notes"/>
          <p:cNvSpPr>
            <a:spLocks noGrp="1" noRot="1" noChangeAspect="1"/>
          </p:cNvSpPr>
          <p:nvPr>
            <p:ph type="sldImg" idx="2"/>
          </p:nvPr>
        </p:nvSpPr>
        <p:spPr>
          <a:xfrm>
            <a:off x="215900" y="801688"/>
            <a:ext cx="71278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048593" name="Google Shape;167;p6: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8594" name="Google Shape;168;p6:notes"/>
          <p:cNvSpPr>
            <a:spLocks noGrp="1" noRot="1" noChangeAspect="1"/>
          </p:cNvSpPr>
          <p:nvPr>
            <p:ph type="sldImg" idx="2"/>
          </p:nvPr>
        </p:nvSpPr>
        <p:spPr>
          <a:xfrm>
            <a:off x="215900" y="801688"/>
            <a:ext cx="71278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048585" name="Google Shape;173;p7: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8586" name="Google Shape;174;p7:notes"/>
          <p:cNvSpPr>
            <a:spLocks noGrp="1" noRot="1" noChangeAspect="1"/>
          </p:cNvSpPr>
          <p:nvPr>
            <p:ph type="sldImg" idx="2"/>
          </p:nvPr>
        </p:nvSpPr>
        <p:spPr>
          <a:xfrm>
            <a:off x="215900" y="801688"/>
            <a:ext cx="71278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048589" name="Google Shape;180;p8: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8590" name="Google Shape;181;p8:notes"/>
          <p:cNvSpPr>
            <a:spLocks noGrp="1" noRot="1" noChangeAspect="1"/>
          </p:cNvSpPr>
          <p:nvPr>
            <p:ph type="sldImg" idx="2"/>
          </p:nvPr>
        </p:nvSpPr>
        <p:spPr>
          <a:xfrm>
            <a:off x="215900" y="801688"/>
            <a:ext cx="71278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048597" name="Google Shape;186;p9: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8598" name="Google Shape;187;p9:notes"/>
          <p:cNvSpPr>
            <a:spLocks noGrp="1" noRot="1" noChangeAspect="1"/>
          </p:cNvSpPr>
          <p:nvPr>
            <p:ph type="sldImg" idx="2"/>
          </p:nvPr>
        </p:nvSpPr>
        <p:spPr>
          <a:xfrm>
            <a:off x="215900" y="801688"/>
            <a:ext cx="71278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048605" name="Google Shape;192;p10: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8606" name="Google Shape;193;p10:notes"/>
          <p:cNvSpPr>
            <a:spLocks noGrp="1" noRot="1" noChangeAspect="1"/>
          </p:cNvSpPr>
          <p:nvPr>
            <p:ph type="sldImg" idx="2"/>
          </p:nvPr>
        </p:nvSpPr>
        <p:spPr>
          <a:xfrm>
            <a:off x="215900" y="801688"/>
            <a:ext cx="71278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048643" name="Google Shape;199;p11: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8644" name="Google Shape;200;p11:notes"/>
          <p:cNvSpPr>
            <a:spLocks noGrp="1" noRot="1" noChangeAspect="1"/>
          </p:cNvSpPr>
          <p:nvPr>
            <p:ph type="sldImg" idx="2"/>
          </p:nvPr>
        </p:nvSpPr>
        <p:spPr>
          <a:xfrm>
            <a:off x="215900" y="801688"/>
            <a:ext cx="71278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17"/>
        <p:cNvGrpSpPr/>
        <p:nvPr/>
      </p:nvGrpSpPr>
      <p:grpSpPr>
        <a:xfrm>
          <a:off x="0" y="0"/>
          <a:ext cx="0" cy="0"/>
          <a:chOff x="0" y="0"/>
          <a:chExt cx="0" cy="0"/>
        </a:xfrm>
      </p:grpSpPr>
      <p:sp>
        <p:nvSpPr>
          <p:cNvPr id="1048618" name="Google Shape;18;p13"/>
          <p:cNvSpPr txBox="1"/>
          <p:nvPr/>
        </p:nvSpPr>
        <p:spPr>
          <a:xfrm>
            <a:off x="777239" y="6634573"/>
            <a:ext cx="5781822" cy="220979"/>
          </a:xfrm>
          <a:prstGeom prst="rect">
            <a:avLst/>
          </a:prstGeom>
          <a:solidFill>
            <a:srgbClr val="002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small">
              <a:solidFill>
                <a:schemeClr val="lt1"/>
              </a:solidFill>
              <a:latin typeface="Times New Roman"/>
              <a:ea typeface="Times New Roman"/>
              <a:cs typeface="Times New Roman"/>
              <a:sym typeface="Times New Roman"/>
            </a:endParaRPr>
          </a:p>
        </p:txBody>
      </p:sp>
      <p:sp>
        <p:nvSpPr>
          <p:cNvPr id="1048619" name="Google Shape;19;p13"/>
          <p:cNvSpPr txBox="1"/>
          <p:nvPr/>
        </p:nvSpPr>
        <p:spPr>
          <a:xfrm>
            <a:off x="6559062" y="6634573"/>
            <a:ext cx="5195133" cy="220979"/>
          </a:xfrm>
          <a:prstGeom prst="rect">
            <a:avLst/>
          </a:prstGeom>
          <a:solidFill>
            <a:srgbClr val="0080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small">
              <a:solidFill>
                <a:schemeClr val="lt1"/>
              </a:solidFill>
              <a:latin typeface="Times New Roman"/>
              <a:ea typeface="Times New Roman"/>
              <a:cs typeface="Times New Roman"/>
              <a:sym typeface="Times New Roman"/>
            </a:endParaRPr>
          </a:p>
        </p:txBody>
      </p:sp>
      <p:sp>
        <p:nvSpPr>
          <p:cNvPr id="1048620" name="Google Shape;20;p13"/>
          <p:cNvSpPr txBox="1"/>
          <p:nvPr/>
        </p:nvSpPr>
        <p:spPr>
          <a:xfrm>
            <a:off x="11754196" y="6637020"/>
            <a:ext cx="437803" cy="22097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1" i="0" u="none" strike="noStrike" cap="none">
              <a:solidFill>
                <a:srgbClr val="002060"/>
              </a:solidFill>
              <a:latin typeface="Times New Roman"/>
              <a:ea typeface="Times New Roman"/>
              <a:cs typeface="Times New Roman"/>
              <a:sym typeface="Times New Roman"/>
            </a:endParaRPr>
          </a:p>
        </p:txBody>
      </p:sp>
      <p:sp>
        <p:nvSpPr>
          <p:cNvPr id="1048621" name="Google Shape;21;p13"/>
          <p:cNvSpPr txBox="1"/>
          <p:nvPr/>
        </p:nvSpPr>
        <p:spPr>
          <a:xfrm>
            <a:off x="-1" y="-1"/>
            <a:ext cx="12191999" cy="232759"/>
          </a:xfrm>
          <a:prstGeom prst="rect">
            <a:avLst/>
          </a:prstGeom>
          <a:solidFill>
            <a:srgbClr val="0066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500" b="1" i="1" u="none" strike="noStrike" cap="none">
              <a:solidFill>
                <a:schemeClr val="lt1"/>
              </a:solidFill>
              <a:latin typeface="Times New Roman"/>
              <a:ea typeface="Times New Roman"/>
              <a:cs typeface="Times New Roman"/>
              <a:sym typeface="Times New Roman"/>
            </a:endParaRPr>
          </a:p>
        </p:txBody>
      </p:sp>
      <p:sp>
        <p:nvSpPr>
          <p:cNvPr id="1048622" name="Google Shape;22;p13"/>
          <p:cNvSpPr txBox="1"/>
          <p:nvPr/>
        </p:nvSpPr>
        <p:spPr>
          <a:xfrm>
            <a:off x="0" y="6634573"/>
            <a:ext cx="777239" cy="221522"/>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small">
              <a:solidFill>
                <a:schemeClr val="lt1"/>
              </a:solidFill>
              <a:latin typeface="Times New Roman"/>
              <a:ea typeface="Times New Roman"/>
              <a:cs typeface="Times New Roman"/>
              <a:sym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23"/>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24"/>
        <p:cNvGrpSpPr/>
        <p:nvPr/>
      </p:nvGrpSpPr>
      <p:grpSpPr>
        <a:xfrm>
          <a:off x="0" y="0"/>
          <a:ext cx="0" cy="0"/>
          <a:chOff x="0" y="0"/>
          <a:chExt cx="0" cy="0"/>
        </a:xfrm>
      </p:grpSpPr>
      <p:sp>
        <p:nvSpPr>
          <p:cNvPr id="1048696" name="Google Shape;25;p17"/>
          <p:cNvSpPr txBox="1">
            <a:spLocks noGrp="1"/>
          </p:cNvSpPr>
          <p:nvPr>
            <p:ph type="title"/>
          </p:nvPr>
        </p:nvSpPr>
        <p:spPr>
          <a:xfrm>
            <a:off x="0" y="232920"/>
            <a:ext cx="12191760" cy="7146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697" name="Google Shape;26;p17"/>
          <p:cNvSpPr txBox="1">
            <a:spLocks noGrp="1"/>
          </p:cNvSpPr>
          <p:nvPr>
            <p:ph type="subTitle" idx="1"/>
          </p:nvPr>
        </p:nvSpPr>
        <p:spPr>
          <a:xfrm>
            <a:off x="199440" y="1097280"/>
            <a:ext cx="11778840" cy="53946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27"/>
        <p:cNvGrpSpPr/>
        <p:nvPr/>
      </p:nvGrpSpPr>
      <p:grpSpPr>
        <a:xfrm>
          <a:off x="0" y="0"/>
          <a:ext cx="0" cy="0"/>
          <a:chOff x="0" y="0"/>
          <a:chExt cx="0" cy="0"/>
        </a:xfrm>
      </p:grpSpPr>
      <p:sp>
        <p:nvSpPr>
          <p:cNvPr id="1048711" name="Google Shape;28;p18"/>
          <p:cNvSpPr txBox="1">
            <a:spLocks noGrp="1"/>
          </p:cNvSpPr>
          <p:nvPr>
            <p:ph type="title"/>
          </p:nvPr>
        </p:nvSpPr>
        <p:spPr>
          <a:xfrm>
            <a:off x="0" y="232920"/>
            <a:ext cx="12191760" cy="7146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712" name="Google Shape;29;p18"/>
          <p:cNvSpPr txBox="1">
            <a:spLocks noGrp="1"/>
          </p:cNvSpPr>
          <p:nvPr>
            <p:ph type="body" idx="1"/>
          </p:nvPr>
        </p:nvSpPr>
        <p:spPr>
          <a:xfrm>
            <a:off x="199440" y="1097280"/>
            <a:ext cx="11778840" cy="539460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lvl1pPr>
            <a:lvl2pPr marL="914400" lvl="1" indent="-228600">
              <a:spcBef>
                <a:spcPts val="0"/>
              </a:spcBef>
              <a:spcAft>
                <a:spcPts val="0"/>
              </a:spcAft>
              <a:buSzPts val="1400"/>
              <a:buNone/>
            </a:lvl2pPr>
            <a:lvl3pPr marL="1371600" lvl="2" indent="-228600">
              <a:spcBef>
                <a:spcPts val="0"/>
              </a:spcBef>
              <a:spcAft>
                <a:spcPts val="0"/>
              </a:spcAft>
              <a:buSzPts val="1400"/>
              <a:buNone/>
            </a:lvl3pPr>
            <a:lvl4pPr marL="1828800" lvl="3" indent="-228600">
              <a:spcBef>
                <a:spcPts val="0"/>
              </a:spcBef>
              <a:spcAft>
                <a:spcPts val="0"/>
              </a:spcAft>
              <a:buSzPts val="1400"/>
              <a:buNone/>
            </a:lvl4pPr>
            <a:lvl5pPr marL="2286000" lvl="4" indent="-228600">
              <a:spcBef>
                <a:spcPts val="0"/>
              </a:spcBef>
              <a:spcAft>
                <a:spcPts val="0"/>
              </a:spcAft>
              <a:buSzPts val="1400"/>
              <a:buNone/>
            </a:lvl5pPr>
            <a:lvl6pPr marL="2743200" lvl="5" indent="-228600">
              <a:spcBef>
                <a:spcPts val="0"/>
              </a:spcBef>
              <a:spcAft>
                <a:spcPts val="0"/>
              </a:spcAft>
              <a:buSzPts val="1400"/>
              <a:buNone/>
            </a:lvl6pPr>
            <a:lvl7pPr marL="3200400" lvl="6" indent="-228600">
              <a:spcBef>
                <a:spcPts val="0"/>
              </a:spcBef>
              <a:spcAft>
                <a:spcPts val="0"/>
              </a:spcAft>
              <a:buSzPts val="1400"/>
              <a:buNone/>
            </a:lvl7pPr>
            <a:lvl8pPr marL="3657600" lvl="7" indent="-228600">
              <a:spcBef>
                <a:spcPts val="0"/>
              </a:spcBef>
              <a:spcAft>
                <a:spcPts val="0"/>
              </a:spcAft>
              <a:buSzPts val="1400"/>
              <a:buNone/>
            </a:lvl8pPr>
            <a:lvl9pPr marL="4114800" lvl="8" indent="-228600">
              <a:spcBef>
                <a:spcPts val="0"/>
              </a:spcBef>
              <a:spcAft>
                <a:spcPts val="0"/>
              </a:spcAft>
              <a:buSzPts val="1400"/>
              <a:buNone/>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30"/>
        <p:cNvGrpSpPr/>
        <p:nvPr/>
      </p:nvGrpSpPr>
      <p:grpSpPr>
        <a:xfrm>
          <a:off x="0" y="0"/>
          <a:ext cx="0" cy="0"/>
          <a:chOff x="0" y="0"/>
          <a:chExt cx="0" cy="0"/>
        </a:xfrm>
      </p:grpSpPr>
      <p:sp>
        <p:nvSpPr>
          <p:cNvPr id="1048698" name="Google Shape;31;p19"/>
          <p:cNvSpPr txBox="1">
            <a:spLocks noGrp="1"/>
          </p:cNvSpPr>
          <p:nvPr>
            <p:ph type="title"/>
          </p:nvPr>
        </p:nvSpPr>
        <p:spPr>
          <a:xfrm>
            <a:off x="0" y="232920"/>
            <a:ext cx="12191760" cy="7146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699" name="Google Shape;32;p19"/>
          <p:cNvSpPr txBox="1">
            <a:spLocks noGrp="1"/>
          </p:cNvSpPr>
          <p:nvPr>
            <p:ph type="body" idx="1"/>
          </p:nvPr>
        </p:nvSpPr>
        <p:spPr>
          <a:xfrm>
            <a:off x="199440" y="1097280"/>
            <a:ext cx="5747760" cy="539460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lvl1pPr>
            <a:lvl2pPr marL="914400" lvl="1" indent="-228600">
              <a:spcBef>
                <a:spcPts val="0"/>
              </a:spcBef>
              <a:spcAft>
                <a:spcPts val="0"/>
              </a:spcAft>
              <a:buSzPts val="1400"/>
              <a:buNone/>
            </a:lvl2pPr>
            <a:lvl3pPr marL="1371600" lvl="2" indent="-228600">
              <a:spcBef>
                <a:spcPts val="0"/>
              </a:spcBef>
              <a:spcAft>
                <a:spcPts val="0"/>
              </a:spcAft>
              <a:buSzPts val="1400"/>
              <a:buNone/>
            </a:lvl3pPr>
            <a:lvl4pPr marL="1828800" lvl="3" indent="-228600">
              <a:spcBef>
                <a:spcPts val="0"/>
              </a:spcBef>
              <a:spcAft>
                <a:spcPts val="0"/>
              </a:spcAft>
              <a:buSzPts val="1400"/>
              <a:buNone/>
            </a:lvl4pPr>
            <a:lvl5pPr marL="2286000" lvl="4" indent="-228600">
              <a:spcBef>
                <a:spcPts val="0"/>
              </a:spcBef>
              <a:spcAft>
                <a:spcPts val="0"/>
              </a:spcAft>
              <a:buSzPts val="1400"/>
              <a:buNone/>
            </a:lvl5pPr>
            <a:lvl6pPr marL="2743200" lvl="5" indent="-228600">
              <a:spcBef>
                <a:spcPts val="0"/>
              </a:spcBef>
              <a:spcAft>
                <a:spcPts val="0"/>
              </a:spcAft>
              <a:buSzPts val="1400"/>
              <a:buNone/>
            </a:lvl6pPr>
            <a:lvl7pPr marL="3200400" lvl="6" indent="-228600">
              <a:spcBef>
                <a:spcPts val="0"/>
              </a:spcBef>
              <a:spcAft>
                <a:spcPts val="0"/>
              </a:spcAft>
              <a:buSzPts val="1400"/>
              <a:buNone/>
            </a:lvl7pPr>
            <a:lvl8pPr marL="3657600" lvl="7" indent="-228600">
              <a:spcBef>
                <a:spcPts val="0"/>
              </a:spcBef>
              <a:spcAft>
                <a:spcPts val="0"/>
              </a:spcAft>
              <a:buSzPts val="1400"/>
              <a:buNone/>
            </a:lvl8pPr>
            <a:lvl9pPr marL="4114800" lvl="8" indent="-228600">
              <a:spcBef>
                <a:spcPts val="0"/>
              </a:spcBef>
              <a:spcAft>
                <a:spcPts val="0"/>
              </a:spcAft>
              <a:buSzPts val="1400"/>
              <a:buNone/>
            </a:lvl9pPr>
          </a:lstStyle>
          <a:p>
            <a:endParaRPr/>
          </a:p>
        </p:txBody>
      </p:sp>
      <p:sp>
        <p:nvSpPr>
          <p:cNvPr id="1048700" name="Google Shape;33;p19"/>
          <p:cNvSpPr txBox="1">
            <a:spLocks noGrp="1"/>
          </p:cNvSpPr>
          <p:nvPr>
            <p:ph type="body" idx="2"/>
          </p:nvPr>
        </p:nvSpPr>
        <p:spPr>
          <a:xfrm>
            <a:off x="6234840" y="1097280"/>
            <a:ext cx="5747760" cy="539460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lvl1pPr>
            <a:lvl2pPr marL="914400" lvl="1" indent="-228600">
              <a:spcBef>
                <a:spcPts val="0"/>
              </a:spcBef>
              <a:spcAft>
                <a:spcPts val="0"/>
              </a:spcAft>
              <a:buSzPts val="1400"/>
              <a:buNone/>
            </a:lvl2pPr>
            <a:lvl3pPr marL="1371600" lvl="2" indent="-228600">
              <a:spcBef>
                <a:spcPts val="0"/>
              </a:spcBef>
              <a:spcAft>
                <a:spcPts val="0"/>
              </a:spcAft>
              <a:buSzPts val="1400"/>
              <a:buNone/>
            </a:lvl3pPr>
            <a:lvl4pPr marL="1828800" lvl="3" indent="-228600">
              <a:spcBef>
                <a:spcPts val="0"/>
              </a:spcBef>
              <a:spcAft>
                <a:spcPts val="0"/>
              </a:spcAft>
              <a:buSzPts val="1400"/>
              <a:buNone/>
            </a:lvl4pPr>
            <a:lvl5pPr marL="2286000" lvl="4" indent="-228600">
              <a:spcBef>
                <a:spcPts val="0"/>
              </a:spcBef>
              <a:spcAft>
                <a:spcPts val="0"/>
              </a:spcAft>
              <a:buSzPts val="1400"/>
              <a:buNone/>
            </a:lvl5pPr>
            <a:lvl6pPr marL="2743200" lvl="5" indent="-228600">
              <a:spcBef>
                <a:spcPts val="0"/>
              </a:spcBef>
              <a:spcAft>
                <a:spcPts val="0"/>
              </a:spcAft>
              <a:buSzPts val="1400"/>
              <a:buNone/>
            </a:lvl6pPr>
            <a:lvl7pPr marL="3200400" lvl="6" indent="-228600">
              <a:spcBef>
                <a:spcPts val="0"/>
              </a:spcBef>
              <a:spcAft>
                <a:spcPts val="0"/>
              </a:spcAft>
              <a:buSzPts val="1400"/>
              <a:buNone/>
            </a:lvl7pPr>
            <a:lvl8pPr marL="3657600" lvl="7" indent="-228600">
              <a:spcBef>
                <a:spcPts val="0"/>
              </a:spcBef>
              <a:spcAft>
                <a:spcPts val="0"/>
              </a:spcAft>
              <a:buSzPts val="1400"/>
              <a:buNone/>
            </a:lvl8pPr>
            <a:lvl9pPr marL="4114800" lvl="8" indent="-228600">
              <a:spcBef>
                <a:spcPts val="0"/>
              </a:spcBef>
              <a:spcAft>
                <a:spcPts val="0"/>
              </a:spcAft>
              <a:buSzPts val="1400"/>
              <a:buNone/>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4"/>
        <p:cNvGrpSpPr/>
        <p:nvPr/>
      </p:nvGrpSpPr>
      <p:grpSpPr>
        <a:xfrm>
          <a:off x="0" y="0"/>
          <a:ext cx="0" cy="0"/>
          <a:chOff x="0" y="0"/>
          <a:chExt cx="0" cy="0"/>
        </a:xfrm>
      </p:grpSpPr>
      <p:sp>
        <p:nvSpPr>
          <p:cNvPr id="1048681" name="Google Shape;35;p20"/>
          <p:cNvSpPr txBox="1">
            <a:spLocks noGrp="1"/>
          </p:cNvSpPr>
          <p:nvPr>
            <p:ph type="title"/>
          </p:nvPr>
        </p:nvSpPr>
        <p:spPr>
          <a:xfrm>
            <a:off x="0" y="232920"/>
            <a:ext cx="12191760" cy="7146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36"/>
        <p:cNvGrpSpPr/>
        <p:nvPr/>
      </p:nvGrpSpPr>
      <p:grpSpPr>
        <a:xfrm>
          <a:off x="0" y="0"/>
          <a:ext cx="0" cy="0"/>
          <a:chOff x="0" y="0"/>
          <a:chExt cx="0" cy="0"/>
        </a:xfrm>
      </p:grpSpPr>
      <p:sp>
        <p:nvSpPr>
          <p:cNvPr id="1048701" name="Google Shape;37;p21"/>
          <p:cNvSpPr txBox="1">
            <a:spLocks noGrp="1"/>
          </p:cNvSpPr>
          <p:nvPr>
            <p:ph type="subTitle" idx="1"/>
          </p:nvPr>
        </p:nvSpPr>
        <p:spPr>
          <a:xfrm>
            <a:off x="0" y="232920"/>
            <a:ext cx="12191760" cy="3313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38"/>
        <p:cNvGrpSpPr/>
        <p:nvPr/>
      </p:nvGrpSpPr>
      <p:grpSpPr>
        <a:xfrm>
          <a:off x="0" y="0"/>
          <a:ext cx="0" cy="0"/>
          <a:chOff x="0" y="0"/>
          <a:chExt cx="0" cy="0"/>
        </a:xfrm>
      </p:grpSpPr>
      <p:sp>
        <p:nvSpPr>
          <p:cNvPr id="1048713" name="Google Shape;39;p22"/>
          <p:cNvSpPr txBox="1">
            <a:spLocks noGrp="1"/>
          </p:cNvSpPr>
          <p:nvPr>
            <p:ph type="title"/>
          </p:nvPr>
        </p:nvSpPr>
        <p:spPr>
          <a:xfrm>
            <a:off x="0" y="232920"/>
            <a:ext cx="12191760" cy="7146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714" name="Google Shape;40;p22"/>
          <p:cNvSpPr txBox="1">
            <a:spLocks noGrp="1"/>
          </p:cNvSpPr>
          <p:nvPr>
            <p:ph type="body" idx="1"/>
          </p:nvPr>
        </p:nvSpPr>
        <p:spPr>
          <a:xfrm>
            <a:off x="199440" y="1097280"/>
            <a:ext cx="5747760" cy="257292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lvl1pPr>
            <a:lvl2pPr marL="914400" lvl="1" indent="-228600">
              <a:spcBef>
                <a:spcPts val="0"/>
              </a:spcBef>
              <a:spcAft>
                <a:spcPts val="0"/>
              </a:spcAft>
              <a:buSzPts val="1400"/>
              <a:buNone/>
            </a:lvl2pPr>
            <a:lvl3pPr marL="1371600" lvl="2" indent="-228600">
              <a:spcBef>
                <a:spcPts val="0"/>
              </a:spcBef>
              <a:spcAft>
                <a:spcPts val="0"/>
              </a:spcAft>
              <a:buSzPts val="1400"/>
              <a:buNone/>
            </a:lvl3pPr>
            <a:lvl4pPr marL="1828800" lvl="3" indent="-228600">
              <a:spcBef>
                <a:spcPts val="0"/>
              </a:spcBef>
              <a:spcAft>
                <a:spcPts val="0"/>
              </a:spcAft>
              <a:buSzPts val="1400"/>
              <a:buNone/>
            </a:lvl4pPr>
            <a:lvl5pPr marL="2286000" lvl="4" indent="-228600">
              <a:spcBef>
                <a:spcPts val="0"/>
              </a:spcBef>
              <a:spcAft>
                <a:spcPts val="0"/>
              </a:spcAft>
              <a:buSzPts val="1400"/>
              <a:buNone/>
            </a:lvl5pPr>
            <a:lvl6pPr marL="2743200" lvl="5" indent="-228600">
              <a:spcBef>
                <a:spcPts val="0"/>
              </a:spcBef>
              <a:spcAft>
                <a:spcPts val="0"/>
              </a:spcAft>
              <a:buSzPts val="1400"/>
              <a:buNone/>
            </a:lvl6pPr>
            <a:lvl7pPr marL="3200400" lvl="6" indent="-228600">
              <a:spcBef>
                <a:spcPts val="0"/>
              </a:spcBef>
              <a:spcAft>
                <a:spcPts val="0"/>
              </a:spcAft>
              <a:buSzPts val="1400"/>
              <a:buNone/>
            </a:lvl7pPr>
            <a:lvl8pPr marL="3657600" lvl="7" indent="-228600">
              <a:spcBef>
                <a:spcPts val="0"/>
              </a:spcBef>
              <a:spcAft>
                <a:spcPts val="0"/>
              </a:spcAft>
              <a:buSzPts val="1400"/>
              <a:buNone/>
            </a:lvl8pPr>
            <a:lvl9pPr marL="4114800" lvl="8" indent="-228600">
              <a:spcBef>
                <a:spcPts val="0"/>
              </a:spcBef>
              <a:spcAft>
                <a:spcPts val="0"/>
              </a:spcAft>
              <a:buSzPts val="1400"/>
              <a:buNone/>
            </a:lvl9pPr>
          </a:lstStyle>
          <a:p>
            <a:endParaRPr/>
          </a:p>
        </p:txBody>
      </p:sp>
      <p:sp>
        <p:nvSpPr>
          <p:cNvPr id="1048715" name="Google Shape;41;p22"/>
          <p:cNvSpPr txBox="1">
            <a:spLocks noGrp="1"/>
          </p:cNvSpPr>
          <p:nvPr>
            <p:ph type="body" idx="2"/>
          </p:nvPr>
        </p:nvSpPr>
        <p:spPr>
          <a:xfrm>
            <a:off x="6234840" y="1097280"/>
            <a:ext cx="5747760" cy="539460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lvl1pPr>
            <a:lvl2pPr marL="914400" lvl="1" indent="-228600">
              <a:spcBef>
                <a:spcPts val="0"/>
              </a:spcBef>
              <a:spcAft>
                <a:spcPts val="0"/>
              </a:spcAft>
              <a:buSzPts val="1400"/>
              <a:buNone/>
            </a:lvl2pPr>
            <a:lvl3pPr marL="1371600" lvl="2" indent="-228600">
              <a:spcBef>
                <a:spcPts val="0"/>
              </a:spcBef>
              <a:spcAft>
                <a:spcPts val="0"/>
              </a:spcAft>
              <a:buSzPts val="1400"/>
              <a:buNone/>
            </a:lvl3pPr>
            <a:lvl4pPr marL="1828800" lvl="3" indent="-228600">
              <a:spcBef>
                <a:spcPts val="0"/>
              </a:spcBef>
              <a:spcAft>
                <a:spcPts val="0"/>
              </a:spcAft>
              <a:buSzPts val="1400"/>
              <a:buNone/>
            </a:lvl4pPr>
            <a:lvl5pPr marL="2286000" lvl="4" indent="-228600">
              <a:spcBef>
                <a:spcPts val="0"/>
              </a:spcBef>
              <a:spcAft>
                <a:spcPts val="0"/>
              </a:spcAft>
              <a:buSzPts val="1400"/>
              <a:buNone/>
            </a:lvl5pPr>
            <a:lvl6pPr marL="2743200" lvl="5" indent="-228600">
              <a:spcBef>
                <a:spcPts val="0"/>
              </a:spcBef>
              <a:spcAft>
                <a:spcPts val="0"/>
              </a:spcAft>
              <a:buSzPts val="1400"/>
              <a:buNone/>
            </a:lvl6pPr>
            <a:lvl7pPr marL="3200400" lvl="6" indent="-228600">
              <a:spcBef>
                <a:spcPts val="0"/>
              </a:spcBef>
              <a:spcAft>
                <a:spcPts val="0"/>
              </a:spcAft>
              <a:buSzPts val="1400"/>
              <a:buNone/>
            </a:lvl7pPr>
            <a:lvl8pPr marL="3657600" lvl="7" indent="-228600">
              <a:spcBef>
                <a:spcPts val="0"/>
              </a:spcBef>
              <a:spcAft>
                <a:spcPts val="0"/>
              </a:spcAft>
              <a:buSzPts val="1400"/>
              <a:buNone/>
            </a:lvl8pPr>
            <a:lvl9pPr marL="4114800" lvl="8" indent="-228600">
              <a:spcBef>
                <a:spcPts val="0"/>
              </a:spcBef>
              <a:spcAft>
                <a:spcPts val="0"/>
              </a:spcAft>
              <a:buSzPts val="1400"/>
              <a:buNone/>
            </a:lvl9pPr>
          </a:lstStyle>
          <a:p>
            <a:endParaRPr/>
          </a:p>
        </p:txBody>
      </p:sp>
      <p:sp>
        <p:nvSpPr>
          <p:cNvPr id="1048716" name="Google Shape;42;p22"/>
          <p:cNvSpPr txBox="1">
            <a:spLocks noGrp="1"/>
          </p:cNvSpPr>
          <p:nvPr>
            <p:ph type="body" idx="3"/>
          </p:nvPr>
        </p:nvSpPr>
        <p:spPr>
          <a:xfrm>
            <a:off x="199440" y="3915000"/>
            <a:ext cx="5747760" cy="257292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lvl1pPr>
            <a:lvl2pPr marL="914400" lvl="1" indent="-228600">
              <a:spcBef>
                <a:spcPts val="0"/>
              </a:spcBef>
              <a:spcAft>
                <a:spcPts val="0"/>
              </a:spcAft>
              <a:buSzPts val="1400"/>
              <a:buNone/>
            </a:lvl2pPr>
            <a:lvl3pPr marL="1371600" lvl="2" indent="-228600">
              <a:spcBef>
                <a:spcPts val="0"/>
              </a:spcBef>
              <a:spcAft>
                <a:spcPts val="0"/>
              </a:spcAft>
              <a:buSzPts val="1400"/>
              <a:buNone/>
            </a:lvl3pPr>
            <a:lvl4pPr marL="1828800" lvl="3" indent="-228600">
              <a:spcBef>
                <a:spcPts val="0"/>
              </a:spcBef>
              <a:spcAft>
                <a:spcPts val="0"/>
              </a:spcAft>
              <a:buSzPts val="1400"/>
              <a:buNone/>
            </a:lvl4pPr>
            <a:lvl5pPr marL="2286000" lvl="4" indent="-228600">
              <a:spcBef>
                <a:spcPts val="0"/>
              </a:spcBef>
              <a:spcAft>
                <a:spcPts val="0"/>
              </a:spcAft>
              <a:buSzPts val="1400"/>
              <a:buNone/>
            </a:lvl5pPr>
            <a:lvl6pPr marL="2743200" lvl="5" indent="-228600">
              <a:spcBef>
                <a:spcPts val="0"/>
              </a:spcBef>
              <a:spcAft>
                <a:spcPts val="0"/>
              </a:spcAft>
              <a:buSzPts val="1400"/>
              <a:buNone/>
            </a:lvl6pPr>
            <a:lvl7pPr marL="3200400" lvl="6" indent="-228600">
              <a:spcBef>
                <a:spcPts val="0"/>
              </a:spcBef>
              <a:spcAft>
                <a:spcPts val="0"/>
              </a:spcAft>
              <a:buSzPts val="1400"/>
              <a:buNone/>
            </a:lvl7pPr>
            <a:lvl8pPr marL="3657600" lvl="7" indent="-228600">
              <a:spcBef>
                <a:spcPts val="0"/>
              </a:spcBef>
              <a:spcAft>
                <a:spcPts val="0"/>
              </a:spcAft>
              <a:buSzPts val="1400"/>
              <a:buNone/>
            </a:lvl8pPr>
            <a:lvl9pPr marL="4114800" lvl="8" indent="-228600">
              <a:spcBef>
                <a:spcPts val="0"/>
              </a:spcBef>
              <a:spcAft>
                <a:spcPts val="0"/>
              </a:spcAft>
              <a:buSzPts val="1400"/>
              <a:buNone/>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43"/>
        <p:cNvGrpSpPr/>
        <p:nvPr/>
      </p:nvGrpSpPr>
      <p:grpSpPr>
        <a:xfrm>
          <a:off x="0" y="0"/>
          <a:ext cx="0" cy="0"/>
          <a:chOff x="0" y="0"/>
          <a:chExt cx="0" cy="0"/>
        </a:xfrm>
      </p:grpSpPr>
      <p:sp>
        <p:nvSpPr>
          <p:cNvPr id="1048692" name="Google Shape;44;p23"/>
          <p:cNvSpPr txBox="1">
            <a:spLocks noGrp="1"/>
          </p:cNvSpPr>
          <p:nvPr>
            <p:ph type="title"/>
          </p:nvPr>
        </p:nvSpPr>
        <p:spPr>
          <a:xfrm>
            <a:off x="0" y="232920"/>
            <a:ext cx="12191760" cy="7146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693" name="Google Shape;45;p23"/>
          <p:cNvSpPr txBox="1">
            <a:spLocks noGrp="1"/>
          </p:cNvSpPr>
          <p:nvPr>
            <p:ph type="body" idx="1"/>
          </p:nvPr>
        </p:nvSpPr>
        <p:spPr>
          <a:xfrm>
            <a:off x="199440" y="1097280"/>
            <a:ext cx="5747760" cy="539460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lvl1pPr>
            <a:lvl2pPr marL="914400" lvl="1" indent="-228600">
              <a:spcBef>
                <a:spcPts val="0"/>
              </a:spcBef>
              <a:spcAft>
                <a:spcPts val="0"/>
              </a:spcAft>
              <a:buSzPts val="1400"/>
              <a:buNone/>
            </a:lvl2pPr>
            <a:lvl3pPr marL="1371600" lvl="2" indent="-228600">
              <a:spcBef>
                <a:spcPts val="0"/>
              </a:spcBef>
              <a:spcAft>
                <a:spcPts val="0"/>
              </a:spcAft>
              <a:buSzPts val="1400"/>
              <a:buNone/>
            </a:lvl3pPr>
            <a:lvl4pPr marL="1828800" lvl="3" indent="-228600">
              <a:spcBef>
                <a:spcPts val="0"/>
              </a:spcBef>
              <a:spcAft>
                <a:spcPts val="0"/>
              </a:spcAft>
              <a:buSzPts val="1400"/>
              <a:buNone/>
            </a:lvl4pPr>
            <a:lvl5pPr marL="2286000" lvl="4" indent="-228600">
              <a:spcBef>
                <a:spcPts val="0"/>
              </a:spcBef>
              <a:spcAft>
                <a:spcPts val="0"/>
              </a:spcAft>
              <a:buSzPts val="1400"/>
              <a:buNone/>
            </a:lvl5pPr>
            <a:lvl6pPr marL="2743200" lvl="5" indent="-228600">
              <a:spcBef>
                <a:spcPts val="0"/>
              </a:spcBef>
              <a:spcAft>
                <a:spcPts val="0"/>
              </a:spcAft>
              <a:buSzPts val="1400"/>
              <a:buNone/>
            </a:lvl6pPr>
            <a:lvl7pPr marL="3200400" lvl="6" indent="-228600">
              <a:spcBef>
                <a:spcPts val="0"/>
              </a:spcBef>
              <a:spcAft>
                <a:spcPts val="0"/>
              </a:spcAft>
              <a:buSzPts val="1400"/>
              <a:buNone/>
            </a:lvl7pPr>
            <a:lvl8pPr marL="3657600" lvl="7" indent="-228600">
              <a:spcBef>
                <a:spcPts val="0"/>
              </a:spcBef>
              <a:spcAft>
                <a:spcPts val="0"/>
              </a:spcAft>
              <a:buSzPts val="1400"/>
              <a:buNone/>
            </a:lvl8pPr>
            <a:lvl9pPr marL="4114800" lvl="8" indent="-228600">
              <a:spcBef>
                <a:spcPts val="0"/>
              </a:spcBef>
              <a:spcAft>
                <a:spcPts val="0"/>
              </a:spcAft>
              <a:buSzPts val="1400"/>
              <a:buNone/>
            </a:lvl9pPr>
          </a:lstStyle>
          <a:p>
            <a:endParaRPr/>
          </a:p>
        </p:txBody>
      </p:sp>
      <p:sp>
        <p:nvSpPr>
          <p:cNvPr id="1048694" name="Google Shape;46;p23"/>
          <p:cNvSpPr txBox="1">
            <a:spLocks noGrp="1"/>
          </p:cNvSpPr>
          <p:nvPr>
            <p:ph type="body" idx="2"/>
          </p:nvPr>
        </p:nvSpPr>
        <p:spPr>
          <a:xfrm>
            <a:off x="6234840" y="1097280"/>
            <a:ext cx="5747760" cy="257292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lvl1pPr>
            <a:lvl2pPr marL="914400" lvl="1" indent="-228600">
              <a:spcBef>
                <a:spcPts val="0"/>
              </a:spcBef>
              <a:spcAft>
                <a:spcPts val="0"/>
              </a:spcAft>
              <a:buSzPts val="1400"/>
              <a:buNone/>
            </a:lvl2pPr>
            <a:lvl3pPr marL="1371600" lvl="2" indent="-228600">
              <a:spcBef>
                <a:spcPts val="0"/>
              </a:spcBef>
              <a:spcAft>
                <a:spcPts val="0"/>
              </a:spcAft>
              <a:buSzPts val="1400"/>
              <a:buNone/>
            </a:lvl3pPr>
            <a:lvl4pPr marL="1828800" lvl="3" indent="-228600">
              <a:spcBef>
                <a:spcPts val="0"/>
              </a:spcBef>
              <a:spcAft>
                <a:spcPts val="0"/>
              </a:spcAft>
              <a:buSzPts val="1400"/>
              <a:buNone/>
            </a:lvl4pPr>
            <a:lvl5pPr marL="2286000" lvl="4" indent="-228600">
              <a:spcBef>
                <a:spcPts val="0"/>
              </a:spcBef>
              <a:spcAft>
                <a:spcPts val="0"/>
              </a:spcAft>
              <a:buSzPts val="1400"/>
              <a:buNone/>
            </a:lvl5pPr>
            <a:lvl6pPr marL="2743200" lvl="5" indent="-228600">
              <a:spcBef>
                <a:spcPts val="0"/>
              </a:spcBef>
              <a:spcAft>
                <a:spcPts val="0"/>
              </a:spcAft>
              <a:buSzPts val="1400"/>
              <a:buNone/>
            </a:lvl6pPr>
            <a:lvl7pPr marL="3200400" lvl="6" indent="-228600">
              <a:spcBef>
                <a:spcPts val="0"/>
              </a:spcBef>
              <a:spcAft>
                <a:spcPts val="0"/>
              </a:spcAft>
              <a:buSzPts val="1400"/>
              <a:buNone/>
            </a:lvl7pPr>
            <a:lvl8pPr marL="3657600" lvl="7" indent="-228600">
              <a:spcBef>
                <a:spcPts val="0"/>
              </a:spcBef>
              <a:spcAft>
                <a:spcPts val="0"/>
              </a:spcAft>
              <a:buSzPts val="1400"/>
              <a:buNone/>
            </a:lvl8pPr>
            <a:lvl9pPr marL="4114800" lvl="8" indent="-228600">
              <a:spcBef>
                <a:spcPts val="0"/>
              </a:spcBef>
              <a:spcAft>
                <a:spcPts val="0"/>
              </a:spcAft>
              <a:buSzPts val="1400"/>
              <a:buNone/>
            </a:lvl9pPr>
          </a:lstStyle>
          <a:p>
            <a:endParaRPr/>
          </a:p>
        </p:txBody>
      </p:sp>
      <p:sp>
        <p:nvSpPr>
          <p:cNvPr id="1048695" name="Google Shape;47;p23"/>
          <p:cNvSpPr txBox="1">
            <a:spLocks noGrp="1"/>
          </p:cNvSpPr>
          <p:nvPr>
            <p:ph type="body" idx="3"/>
          </p:nvPr>
        </p:nvSpPr>
        <p:spPr>
          <a:xfrm>
            <a:off x="6234840" y="3915000"/>
            <a:ext cx="5747760" cy="257292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lvl1pPr>
            <a:lvl2pPr marL="914400" lvl="1" indent="-228600">
              <a:spcBef>
                <a:spcPts val="0"/>
              </a:spcBef>
              <a:spcAft>
                <a:spcPts val="0"/>
              </a:spcAft>
              <a:buSzPts val="1400"/>
              <a:buNone/>
            </a:lvl2pPr>
            <a:lvl3pPr marL="1371600" lvl="2" indent="-228600">
              <a:spcBef>
                <a:spcPts val="0"/>
              </a:spcBef>
              <a:spcAft>
                <a:spcPts val="0"/>
              </a:spcAft>
              <a:buSzPts val="1400"/>
              <a:buNone/>
            </a:lvl3pPr>
            <a:lvl4pPr marL="1828800" lvl="3" indent="-228600">
              <a:spcBef>
                <a:spcPts val="0"/>
              </a:spcBef>
              <a:spcAft>
                <a:spcPts val="0"/>
              </a:spcAft>
              <a:buSzPts val="1400"/>
              <a:buNone/>
            </a:lvl4pPr>
            <a:lvl5pPr marL="2286000" lvl="4" indent="-228600">
              <a:spcBef>
                <a:spcPts val="0"/>
              </a:spcBef>
              <a:spcAft>
                <a:spcPts val="0"/>
              </a:spcAft>
              <a:buSzPts val="1400"/>
              <a:buNone/>
            </a:lvl5pPr>
            <a:lvl6pPr marL="2743200" lvl="5" indent="-228600">
              <a:spcBef>
                <a:spcPts val="0"/>
              </a:spcBef>
              <a:spcAft>
                <a:spcPts val="0"/>
              </a:spcAft>
              <a:buSzPts val="1400"/>
              <a:buNone/>
            </a:lvl6pPr>
            <a:lvl7pPr marL="3200400" lvl="6" indent="-228600">
              <a:spcBef>
                <a:spcPts val="0"/>
              </a:spcBef>
              <a:spcAft>
                <a:spcPts val="0"/>
              </a:spcAft>
              <a:buSzPts val="1400"/>
              <a:buNone/>
            </a:lvl7pPr>
            <a:lvl8pPr marL="3657600" lvl="7" indent="-228600">
              <a:spcBef>
                <a:spcPts val="0"/>
              </a:spcBef>
              <a:spcAft>
                <a:spcPts val="0"/>
              </a:spcAft>
              <a:buSzPts val="1400"/>
              <a:buNone/>
            </a:lvl8pPr>
            <a:lvl9pPr marL="4114800" lvl="8" indent="-228600">
              <a:spcBef>
                <a:spcPts val="0"/>
              </a:spcBef>
              <a:spcAft>
                <a:spcPts val="0"/>
              </a:spcAft>
              <a:buSzPts val="1400"/>
              <a:buNone/>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48"/>
        <p:cNvGrpSpPr/>
        <p:nvPr/>
      </p:nvGrpSpPr>
      <p:grpSpPr>
        <a:xfrm>
          <a:off x="0" y="0"/>
          <a:ext cx="0" cy="0"/>
          <a:chOff x="0" y="0"/>
          <a:chExt cx="0" cy="0"/>
        </a:xfrm>
      </p:grpSpPr>
      <p:sp>
        <p:nvSpPr>
          <p:cNvPr id="1048707" name="Google Shape;49;p24"/>
          <p:cNvSpPr txBox="1">
            <a:spLocks noGrp="1"/>
          </p:cNvSpPr>
          <p:nvPr>
            <p:ph type="title"/>
          </p:nvPr>
        </p:nvSpPr>
        <p:spPr>
          <a:xfrm>
            <a:off x="0" y="232920"/>
            <a:ext cx="12191760" cy="7146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708" name="Google Shape;50;p24"/>
          <p:cNvSpPr txBox="1">
            <a:spLocks noGrp="1"/>
          </p:cNvSpPr>
          <p:nvPr>
            <p:ph type="body" idx="1"/>
          </p:nvPr>
        </p:nvSpPr>
        <p:spPr>
          <a:xfrm>
            <a:off x="199440" y="1097280"/>
            <a:ext cx="5747760" cy="257292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lvl1pPr>
            <a:lvl2pPr marL="914400" lvl="1" indent="-228600">
              <a:spcBef>
                <a:spcPts val="0"/>
              </a:spcBef>
              <a:spcAft>
                <a:spcPts val="0"/>
              </a:spcAft>
              <a:buSzPts val="1400"/>
              <a:buNone/>
            </a:lvl2pPr>
            <a:lvl3pPr marL="1371600" lvl="2" indent="-228600">
              <a:spcBef>
                <a:spcPts val="0"/>
              </a:spcBef>
              <a:spcAft>
                <a:spcPts val="0"/>
              </a:spcAft>
              <a:buSzPts val="1400"/>
              <a:buNone/>
            </a:lvl3pPr>
            <a:lvl4pPr marL="1828800" lvl="3" indent="-228600">
              <a:spcBef>
                <a:spcPts val="0"/>
              </a:spcBef>
              <a:spcAft>
                <a:spcPts val="0"/>
              </a:spcAft>
              <a:buSzPts val="1400"/>
              <a:buNone/>
            </a:lvl4pPr>
            <a:lvl5pPr marL="2286000" lvl="4" indent="-228600">
              <a:spcBef>
                <a:spcPts val="0"/>
              </a:spcBef>
              <a:spcAft>
                <a:spcPts val="0"/>
              </a:spcAft>
              <a:buSzPts val="1400"/>
              <a:buNone/>
            </a:lvl5pPr>
            <a:lvl6pPr marL="2743200" lvl="5" indent="-228600">
              <a:spcBef>
                <a:spcPts val="0"/>
              </a:spcBef>
              <a:spcAft>
                <a:spcPts val="0"/>
              </a:spcAft>
              <a:buSzPts val="1400"/>
              <a:buNone/>
            </a:lvl6pPr>
            <a:lvl7pPr marL="3200400" lvl="6" indent="-228600">
              <a:spcBef>
                <a:spcPts val="0"/>
              </a:spcBef>
              <a:spcAft>
                <a:spcPts val="0"/>
              </a:spcAft>
              <a:buSzPts val="1400"/>
              <a:buNone/>
            </a:lvl7pPr>
            <a:lvl8pPr marL="3657600" lvl="7" indent="-228600">
              <a:spcBef>
                <a:spcPts val="0"/>
              </a:spcBef>
              <a:spcAft>
                <a:spcPts val="0"/>
              </a:spcAft>
              <a:buSzPts val="1400"/>
              <a:buNone/>
            </a:lvl8pPr>
            <a:lvl9pPr marL="4114800" lvl="8" indent="-228600">
              <a:spcBef>
                <a:spcPts val="0"/>
              </a:spcBef>
              <a:spcAft>
                <a:spcPts val="0"/>
              </a:spcAft>
              <a:buSzPts val="1400"/>
              <a:buNone/>
            </a:lvl9pPr>
          </a:lstStyle>
          <a:p>
            <a:endParaRPr/>
          </a:p>
        </p:txBody>
      </p:sp>
      <p:sp>
        <p:nvSpPr>
          <p:cNvPr id="1048709" name="Google Shape;51;p24"/>
          <p:cNvSpPr txBox="1">
            <a:spLocks noGrp="1"/>
          </p:cNvSpPr>
          <p:nvPr>
            <p:ph type="body" idx="2"/>
          </p:nvPr>
        </p:nvSpPr>
        <p:spPr>
          <a:xfrm>
            <a:off x="6234840" y="1097280"/>
            <a:ext cx="5747760" cy="257292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lvl1pPr>
            <a:lvl2pPr marL="914400" lvl="1" indent="-228600">
              <a:spcBef>
                <a:spcPts val="0"/>
              </a:spcBef>
              <a:spcAft>
                <a:spcPts val="0"/>
              </a:spcAft>
              <a:buSzPts val="1400"/>
              <a:buNone/>
            </a:lvl2pPr>
            <a:lvl3pPr marL="1371600" lvl="2" indent="-228600">
              <a:spcBef>
                <a:spcPts val="0"/>
              </a:spcBef>
              <a:spcAft>
                <a:spcPts val="0"/>
              </a:spcAft>
              <a:buSzPts val="1400"/>
              <a:buNone/>
            </a:lvl3pPr>
            <a:lvl4pPr marL="1828800" lvl="3" indent="-228600">
              <a:spcBef>
                <a:spcPts val="0"/>
              </a:spcBef>
              <a:spcAft>
                <a:spcPts val="0"/>
              </a:spcAft>
              <a:buSzPts val="1400"/>
              <a:buNone/>
            </a:lvl4pPr>
            <a:lvl5pPr marL="2286000" lvl="4" indent="-228600">
              <a:spcBef>
                <a:spcPts val="0"/>
              </a:spcBef>
              <a:spcAft>
                <a:spcPts val="0"/>
              </a:spcAft>
              <a:buSzPts val="1400"/>
              <a:buNone/>
            </a:lvl5pPr>
            <a:lvl6pPr marL="2743200" lvl="5" indent="-228600">
              <a:spcBef>
                <a:spcPts val="0"/>
              </a:spcBef>
              <a:spcAft>
                <a:spcPts val="0"/>
              </a:spcAft>
              <a:buSzPts val="1400"/>
              <a:buNone/>
            </a:lvl6pPr>
            <a:lvl7pPr marL="3200400" lvl="6" indent="-228600">
              <a:spcBef>
                <a:spcPts val="0"/>
              </a:spcBef>
              <a:spcAft>
                <a:spcPts val="0"/>
              </a:spcAft>
              <a:buSzPts val="1400"/>
              <a:buNone/>
            </a:lvl7pPr>
            <a:lvl8pPr marL="3657600" lvl="7" indent="-228600">
              <a:spcBef>
                <a:spcPts val="0"/>
              </a:spcBef>
              <a:spcAft>
                <a:spcPts val="0"/>
              </a:spcAft>
              <a:buSzPts val="1400"/>
              <a:buNone/>
            </a:lvl8pPr>
            <a:lvl9pPr marL="4114800" lvl="8" indent="-228600">
              <a:spcBef>
                <a:spcPts val="0"/>
              </a:spcBef>
              <a:spcAft>
                <a:spcPts val="0"/>
              </a:spcAft>
              <a:buSzPts val="1400"/>
              <a:buNone/>
            </a:lvl9pPr>
          </a:lstStyle>
          <a:p>
            <a:endParaRPr/>
          </a:p>
        </p:txBody>
      </p:sp>
      <p:sp>
        <p:nvSpPr>
          <p:cNvPr id="1048710" name="Google Shape;52;p24"/>
          <p:cNvSpPr txBox="1">
            <a:spLocks noGrp="1"/>
          </p:cNvSpPr>
          <p:nvPr>
            <p:ph type="body" idx="3"/>
          </p:nvPr>
        </p:nvSpPr>
        <p:spPr>
          <a:xfrm>
            <a:off x="199440" y="3915000"/>
            <a:ext cx="11778840" cy="257292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lvl1pPr>
            <a:lvl2pPr marL="914400" lvl="1" indent="-228600">
              <a:spcBef>
                <a:spcPts val="0"/>
              </a:spcBef>
              <a:spcAft>
                <a:spcPts val="0"/>
              </a:spcAft>
              <a:buSzPts val="1400"/>
              <a:buNone/>
            </a:lvl2pPr>
            <a:lvl3pPr marL="1371600" lvl="2" indent="-228600">
              <a:spcBef>
                <a:spcPts val="0"/>
              </a:spcBef>
              <a:spcAft>
                <a:spcPts val="0"/>
              </a:spcAft>
              <a:buSzPts val="1400"/>
              <a:buNone/>
            </a:lvl3pPr>
            <a:lvl4pPr marL="1828800" lvl="3" indent="-228600">
              <a:spcBef>
                <a:spcPts val="0"/>
              </a:spcBef>
              <a:spcAft>
                <a:spcPts val="0"/>
              </a:spcAft>
              <a:buSzPts val="1400"/>
              <a:buNone/>
            </a:lvl4pPr>
            <a:lvl5pPr marL="2286000" lvl="4" indent="-228600">
              <a:spcBef>
                <a:spcPts val="0"/>
              </a:spcBef>
              <a:spcAft>
                <a:spcPts val="0"/>
              </a:spcAft>
              <a:buSzPts val="1400"/>
              <a:buNone/>
            </a:lvl5pPr>
            <a:lvl6pPr marL="2743200" lvl="5" indent="-228600">
              <a:spcBef>
                <a:spcPts val="0"/>
              </a:spcBef>
              <a:spcAft>
                <a:spcPts val="0"/>
              </a:spcAft>
              <a:buSzPts val="1400"/>
              <a:buNone/>
            </a:lvl6pPr>
            <a:lvl7pPr marL="3200400" lvl="6" indent="-228600">
              <a:spcBef>
                <a:spcPts val="0"/>
              </a:spcBef>
              <a:spcAft>
                <a:spcPts val="0"/>
              </a:spcAft>
              <a:buSzPts val="1400"/>
              <a:buNone/>
            </a:lvl7pPr>
            <a:lvl8pPr marL="3657600" lvl="7" indent="-228600">
              <a:spcBef>
                <a:spcPts val="0"/>
              </a:spcBef>
              <a:spcAft>
                <a:spcPts val="0"/>
              </a:spcAft>
              <a:buSzPts val="1400"/>
              <a:buNone/>
            </a:lvl8pPr>
            <a:lvl9pPr marL="4114800" lvl="8" indent="-228600">
              <a:spcBef>
                <a:spcPts val="0"/>
              </a:spcBef>
              <a:spcAft>
                <a:spcPts val="0"/>
              </a:spcAft>
              <a:buSzPts val="1400"/>
              <a:buNone/>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53"/>
        <p:cNvGrpSpPr/>
        <p:nvPr/>
      </p:nvGrpSpPr>
      <p:grpSpPr>
        <a:xfrm>
          <a:off x="0" y="0"/>
          <a:ext cx="0" cy="0"/>
          <a:chOff x="0" y="0"/>
          <a:chExt cx="0" cy="0"/>
        </a:xfrm>
      </p:grpSpPr>
      <p:sp>
        <p:nvSpPr>
          <p:cNvPr id="1048689" name="Google Shape;54;p25"/>
          <p:cNvSpPr txBox="1">
            <a:spLocks noGrp="1"/>
          </p:cNvSpPr>
          <p:nvPr>
            <p:ph type="title"/>
          </p:nvPr>
        </p:nvSpPr>
        <p:spPr>
          <a:xfrm>
            <a:off x="0" y="232920"/>
            <a:ext cx="12191760" cy="7146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690" name="Google Shape;55;p25"/>
          <p:cNvSpPr txBox="1">
            <a:spLocks noGrp="1"/>
          </p:cNvSpPr>
          <p:nvPr>
            <p:ph type="body" idx="1"/>
          </p:nvPr>
        </p:nvSpPr>
        <p:spPr>
          <a:xfrm>
            <a:off x="199440" y="1097280"/>
            <a:ext cx="11778840" cy="257292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lvl1pPr>
            <a:lvl2pPr marL="914400" lvl="1" indent="-228600">
              <a:spcBef>
                <a:spcPts val="0"/>
              </a:spcBef>
              <a:spcAft>
                <a:spcPts val="0"/>
              </a:spcAft>
              <a:buSzPts val="1400"/>
              <a:buNone/>
            </a:lvl2pPr>
            <a:lvl3pPr marL="1371600" lvl="2" indent="-228600">
              <a:spcBef>
                <a:spcPts val="0"/>
              </a:spcBef>
              <a:spcAft>
                <a:spcPts val="0"/>
              </a:spcAft>
              <a:buSzPts val="1400"/>
              <a:buNone/>
            </a:lvl3pPr>
            <a:lvl4pPr marL="1828800" lvl="3" indent="-228600">
              <a:spcBef>
                <a:spcPts val="0"/>
              </a:spcBef>
              <a:spcAft>
                <a:spcPts val="0"/>
              </a:spcAft>
              <a:buSzPts val="1400"/>
              <a:buNone/>
            </a:lvl4pPr>
            <a:lvl5pPr marL="2286000" lvl="4" indent="-228600">
              <a:spcBef>
                <a:spcPts val="0"/>
              </a:spcBef>
              <a:spcAft>
                <a:spcPts val="0"/>
              </a:spcAft>
              <a:buSzPts val="1400"/>
              <a:buNone/>
            </a:lvl5pPr>
            <a:lvl6pPr marL="2743200" lvl="5" indent="-228600">
              <a:spcBef>
                <a:spcPts val="0"/>
              </a:spcBef>
              <a:spcAft>
                <a:spcPts val="0"/>
              </a:spcAft>
              <a:buSzPts val="1400"/>
              <a:buNone/>
            </a:lvl6pPr>
            <a:lvl7pPr marL="3200400" lvl="6" indent="-228600">
              <a:spcBef>
                <a:spcPts val="0"/>
              </a:spcBef>
              <a:spcAft>
                <a:spcPts val="0"/>
              </a:spcAft>
              <a:buSzPts val="1400"/>
              <a:buNone/>
            </a:lvl7pPr>
            <a:lvl8pPr marL="3657600" lvl="7" indent="-228600">
              <a:spcBef>
                <a:spcPts val="0"/>
              </a:spcBef>
              <a:spcAft>
                <a:spcPts val="0"/>
              </a:spcAft>
              <a:buSzPts val="1400"/>
              <a:buNone/>
            </a:lvl8pPr>
            <a:lvl9pPr marL="4114800" lvl="8" indent="-228600">
              <a:spcBef>
                <a:spcPts val="0"/>
              </a:spcBef>
              <a:spcAft>
                <a:spcPts val="0"/>
              </a:spcAft>
              <a:buSzPts val="1400"/>
              <a:buNone/>
            </a:lvl9pPr>
          </a:lstStyle>
          <a:p>
            <a:endParaRPr/>
          </a:p>
        </p:txBody>
      </p:sp>
      <p:sp>
        <p:nvSpPr>
          <p:cNvPr id="1048691" name="Google Shape;56;p25"/>
          <p:cNvSpPr txBox="1">
            <a:spLocks noGrp="1"/>
          </p:cNvSpPr>
          <p:nvPr>
            <p:ph type="body" idx="2"/>
          </p:nvPr>
        </p:nvSpPr>
        <p:spPr>
          <a:xfrm>
            <a:off x="199440" y="3915000"/>
            <a:ext cx="11778840" cy="257292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lvl1pPr>
            <a:lvl2pPr marL="914400" lvl="1" indent="-228600">
              <a:spcBef>
                <a:spcPts val="0"/>
              </a:spcBef>
              <a:spcAft>
                <a:spcPts val="0"/>
              </a:spcAft>
              <a:buSzPts val="1400"/>
              <a:buNone/>
            </a:lvl2pPr>
            <a:lvl3pPr marL="1371600" lvl="2" indent="-228600">
              <a:spcBef>
                <a:spcPts val="0"/>
              </a:spcBef>
              <a:spcAft>
                <a:spcPts val="0"/>
              </a:spcAft>
              <a:buSzPts val="1400"/>
              <a:buNone/>
            </a:lvl3pPr>
            <a:lvl4pPr marL="1828800" lvl="3" indent="-228600">
              <a:spcBef>
                <a:spcPts val="0"/>
              </a:spcBef>
              <a:spcAft>
                <a:spcPts val="0"/>
              </a:spcAft>
              <a:buSzPts val="1400"/>
              <a:buNone/>
            </a:lvl4pPr>
            <a:lvl5pPr marL="2286000" lvl="4" indent="-228600">
              <a:spcBef>
                <a:spcPts val="0"/>
              </a:spcBef>
              <a:spcAft>
                <a:spcPts val="0"/>
              </a:spcAft>
              <a:buSzPts val="1400"/>
              <a:buNone/>
            </a:lvl5pPr>
            <a:lvl6pPr marL="2743200" lvl="5" indent="-228600">
              <a:spcBef>
                <a:spcPts val="0"/>
              </a:spcBef>
              <a:spcAft>
                <a:spcPts val="0"/>
              </a:spcAft>
              <a:buSzPts val="1400"/>
              <a:buNone/>
            </a:lvl6pPr>
            <a:lvl7pPr marL="3200400" lvl="6" indent="-228600">
              <a:spcBef>
                <a:spcPts val="0"/>
              </a:spcBef>
              <a:spcAft>
                <a:spcPts val="0"/>
              </a:spcAft>
              <a:buSzPts val="1400"/>
              <a:buNone/>
            </a:lvl7pPr>
            <a:lvl8pPr marL="3657600" lvl="7" indent="-228600">
              <a:spcBef>
                <a:spcPts val="0"/>
              </a:spcBef>
              <a:spcAft>
                <a:spcPts val="0"/>
              </a:spcAft>
              <a:buSzPts val="1400"/>
              <a:buNone/>
            </a:lvl8pPr>
            <a:lvl9pPr marL="4114800" lvl="8" indent="-228600">
              <a:spcBef>
                <a:spcPts val="0"/>
              </a:spcBef>
              <a:spcAft>
                <a:spcPts val="0"/>
              </a:spcAft>
              <a:buSzPts val="1400"/>
              <a:buNone/>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57"/>
        <p:cNvGrpSpPr/>
        <p:nvPr/>
      </p:nvGrpSpPr>
      <p:grpSpPr>
        <a:xfrm>
          <a:off x="0" y="0"/>
          <a:ext cx="0" cy="0"/>
          <a:chOff x="0" y="0"/>
          <a:chExt cx="0" cy="0"/>
        </a:xfrm>
      </p:grpSpPr>
      <p:sp>
        <p:nvSpPr>
          <p:cNvPr id="1048702" name="Google Shape;58;p26"/>
          <p:cNvSpPr txBox="1">
            <a:spLocks noGrp="1"/>
          </p:cNvSpPr>
          <p:nvPr>
            <p:ph type="title"/>
          </p:nvPr>
        </p:nvSpPr>
        <p:spPr>
          <a:xfrm>
            <a:off x="0" y="232920"/>
            <a:ext cx="12191760" cy="7146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703" name="Google Shape;59;p26"/>
          <p:cNvSpPr txBox="1">
            <a:spLocks noGrp="1"/>
          </p:cNvSpPr>
          <p:nvPr>
            <p:ph type="body" idx="1"/>
          </p:nvPr>
        </p:nvSpPr>
        <p:spPr>
          <a:xfrm>
            <a:off x="199440" y="1097280"/>
            <a:ext cx="5747760" cy="257292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lvl1pPr>
            <a:lvl2pPr marL="914400" lvl="1" indent="-228600">
              <a:spcBef>
                <a:spcPts val="0"/>
              </a:spcBef>
              <a:spcAft>
                <a:spcPts val="0"/>
              </a:spcAft>
              <a:buSzPts val="1400"/>
              <a:buNone/>
            </a:lvl2pPr>
            <a:lvl3pPr marL="1371600" lvl="2" indent="-228600">
              <a:spcBef>
                <a:spcPts val="0"/>
              </a:spcBef>
              <a:spcAft>
                <a:spcPts val="0"/>
              </a:spcAft>
              <a:buSzPts val="1400"/>
              <a:buNone/>
            </a:lvl3pPr>
            <a:lvl4pPr marL="1828800" lvl="3" indent="-228600">
              <a:spcBef>
                <a:spcPts val="0"/>
              </a:spcBef>
              <a:spcAft>
                <a:spcPts val="0"/>
              </a:spcAft>
              <a:buSzPts val="1400"/>
              <a:buNone/>
            </a:lvl4pPr>
            <a:lvl5pPr marL="2286000" lvl="4" indent="-228600">
              <a:spcBef>
                <a:spcPts val="0"/>
              </a:spcBef>
              <a:spcAft>
                <a:spcPts val="0"/>
              </a:spcAft>
              <a:buSzPts val="1400"/>
              <a:buNone/>
            </a:lvl5pPr>
            <a:lvl6pPr marL="2743200" lvl="5" indent="-228600">
              <a:spcBef>
                <a:spcPts val="0"/>
              </a:spcBef>
              <a:spcAft>
                <a:spcPts val="0"/>
              </a:spcAft>
              <a:buSzPts val="1400"/>
              <a:buNone/>
            </a:lvl6pPr>
            <a:lvl7pPr marL="3200400" lvl="6" indent="-228600">
              <a:spcBef>
                <a:spcPts val="0"/>
              </a:spcBef>
              <a:spcAft>
                <a:spcPts val="0"/>
              </a:spcAft>
              <a:buSzPts val="1400"/>
              <a:buNone/>
            </a:lvl7pPr>
            <a:lvl8pPr marL="3657600" lvl="7" indent="-228600">
              <a:spcBef>
                <a:spcPts val="0"/>
              </a:spcBef>
              <a:spcAft>
                <a:spcPts val="0"/>
              </a:spcAft>
              <a:buSzPts val="1400"/>
              <a:buNone/>
            </a:lvl8pPr>
            <a:lvl9pPr marL="4114800" lvl="8" indent="-228600">
              <a:spcBef>
                <a:spcPts val="0"/>
              </a:spcBef>
              <a:spcAft>
                <a:spcPts val="0"/>
              </a:spcAft>
              <a:buSzPts val="1400"/>
              <a:buNone/>
            </a:lvl9pPr>
          </a:lstStyle>
          <a:p>
            <a:endParaRPr/>
          </a:p>
        </p:txBody>
      </p:sp>
      <p:sp>
        <p:nvSpPr>
          <p:cNvPr id="1048704" name="Google Shape;60;p26"/>
          <p:cNvSpPr txBox="1">
            <a:spLocks noGrp="1"/>
          </p:cNvSpPr>
          <p:nvPr>
            <p:ph type="body" idx="2"/>
          </p:nvPr>
        </p:nvSpPr>
        <p:spPr>
          <a:xfrm>
            <a:off x="6234840" y="1097280"/>
            <a:ext cx="5747760" cy="257292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lvl1pPr>
            <a:lvl2pPr marL="914400" lvl="1" indent="-228600">
              <a:spcBef>
                <a:spcPts val="0"/>
              </a:spcBef>
              <a:spcAft>
                <a:spcPts val="0"/>
              </a:spcAft>
              <a:buSzPts val="1400"/>
              <a:buNone/>
            </a:lvl2pPr>
            <a:lvl3pPr marL="1371600" lvl="2" indent="-228600">
              <a:spcBef>
                <a:spcPts val="0"/>
              </a:spcBef>
              <a:spcAft>
                <a:spcPts val="0"/>
              </a:spcAft>
              <a:buSzPts val="1400"/>
              <a:buNone/>
            </a:lvl3pPr>
            <a:lvl4pPr marL="1828800" lvl="3" indent="-228600">
              <a:spcBef>
                <a:spcPts val="0"/>
              </a:spcBef>
              <a:spcAft>
                <a:spcPts val="0"/>
              </a:spcAft>
              <a:buSzPts val="1400"/>
              <a:buNone/>
            </a:lvl4pPr>
            <a:lvl5pPr marL="2286000" lvl="4" indent="-228600">
              <a:spcBef>
                <a:spcPts val="0"/>
              </a:spcBef>
              <a:spcAft>
                <a:spcPts val="0"/>
              </a:spcAft>
              <a:buSzPts val="1400"/>
              <a:buNone/>
            </a:lvl5pPr>
            <a:lvl6pPr marL="2743200" lvl="5" indent="-228600">
              <a:spcBef>
                <a:spcPts val="0"/>
              </a:spcBef>
              <a:spcAft>
                <a:spcPts val="0"/>
              </a:spcAft>
              <a:buSzPts val="1400"/>
              <a:buNone/>
            </a:lvl6pPr>
            <a:lvl7pPr marL="3200400" lvl="6" indent="-228600">
              <a:spcBef>
                <a:spcPts val="0"/>
              </a:spcBef>
              <a:spcAft>
                <a:spcPts val="0"/>
              </a:spcAft>
              <a:buSzPts val="1400"/>
              <a:buNone/>
            </a:lvl7pPr>
            <a:lvl8pPr marL="3657600" lvl="7" indent="-228600">
              <a:spcBef>
                <a:spcPts val="0"/>
              </a:spcBef>
              <a:spcAft>
                <a:spcPts val="0"/>
              </a:spcAft>
              <a:buSzPts val="1400"/>
              <a:buNone/>
            </a:lvl8pPr>
            <a:lvl9pPr marL="4114800" lvl="8" indent="-228600">
              <a:spcBef>
                <a:spcPts val="0"/>
              </a:spcBef>
              <a:spcAft>
                <a:spcPts val="0"/>
              </a:spcAft>
              <a:buSzPts val="1400"/>
              <a:buNone/>
            </a:lvl9pPr>
          </a:lstStyle>
          <a:p>
            <a:endParaRPr/>
          </a:p>
        </p:txBody>
      </p:sp>
      <p:sp>
        <p:nvSpPr>
          <p:cNvPr id="1048705" name="Google Shape;61;p26"/>
          <p:cNvSpPr txBox="1">
            <a:spLocks noGrp="1"/>
          </p:cNvSpPr>
          <p:nvPr>
            <p:ph type="body" idx="3"/>
          </p:nvPr>
        </p:nvSpPr>
        <p:spPr>
          <a:xfrm>
            <a:off x="199440" y="3915000"/>
            <a:ext cx="5747760" cy="257292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lvl1pPr>
            <a:lvl2pPr marL="914400" lvl="1" indent="-228600">
              <a:spcBef>
                <a:spcPts val="0"/>
              </a:spcBef>
              <a:spcAft>
                <a:spcPts val="0"/>
              </a:spcAft>
              <a:buSzPts val="1400"/>
              <a:buNone/>
            </a:lvl2pPr>
            <a:lvl3pPr marL="1371600" lvl="2" indent="-228600">
              <a:spcBef>
                <a:spcPts val="0"/>
              </a:spcBef>
              <a:spcAft>
                <a:spcPts val="0"/>
              </a:spcAft>
              <a:buSzPts val="1400"/>
              <a:buNone/>
            </a:lvl3pPr>
            <a:lvl4pPr marL="1828800" lvl="3" indent="-228600">
              <a:spcBef>
                <a:spcPts val="0"/>
              </a:spcBef>
              <a:spcAft>
                <a:spcPts val="0"/>
              </a:spcAft>
              <a:buSzPts val="1400"/>
              <a:buNone/>
            </a:lvl4pPr>
            <a:lvl5pPr marL="2286000" lvl="4" indent="-228600">
              <a:spcBef>
                <a:spcPts val="0"/>
              </a:spcBef>
              <a:spcAft>
                <a:spcPts val="0"/>
              </a:spcAft>
              <a:buSzPts val="1400"/>
              <a:buNone/>
            </a:lvl5pPr>
            <a:lvl6pPr marL="2743200" lvl="5" indent="-228600">
              <a:spcBef>
                <a:spcPts val="0"/>
              </a:spcBef>
              <a:spcAft>
                <a:spcPts val="0"/>
              </a:spcAft>
              <a:buSzPts val="1400"/>
              <a:buNone/>
            </a:lvl6pPr>
            <a:lvl7pPr marL="3200400" lvl="6" indent="-228600">
              <a:spcBef>
                <a:spcPts val="0"/>
              </a:spcBef>
              <a:spcAft>
                <a:spcPts val="0"/>
              </a:spcAft>
              <a:buSzPts val="1400"/>
              <a:buNone/>
            </a:lvl7pPr>
            <a:lvl8pPr marL="3657600" lvl="7" indent="-228600">
              <a:spcBef>
                <a:spcPts val="0"/>
              </a:spcBef>
              <a:spcAft>
                <a:spcPts val="0"/>
              </a:spcAft>
              <a:buSzPts val="1400"/>
              <a:buNone/>
            </a:lvl8pPr>
            <a:lvl9pPr marL="4114800" lvl="8" indent="-228600">
              <a:spcBef>
                <a:spcPts val="0"/>
              </a:spcBef>
              <a:spcAft>
                <a:spcPts val="0"/>
              </a:spcAft>
              <a:buSzPts val="1400"/>
              <a:buNone/>
            </a:lvl9pPr>
          </a:lstStyle>
          <a:p>
            <a:endParaRPr/>
          </a:p>
        </p:txBody>
      </p:sp>
      <p:sp>
        <p:nvSpPr>
          <p:cNvPr id="1048706" name="Google Shape;62;p26"/>
          <p:cNvSpPr txBox="1">
            <a:spLocks noGrp="1"/>
          </p:cNvSpPr>
          <p:nvPr>
            <p:ph type="body" idx="4"/>
          </p:nvPr>
        </p:nvSpPr>
        <p:spPr>
          <a:xfrm>
            <a:off x="6234840" y="3915000"/>
            <a:ext cx="5747760" cy="257292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lvl1pPr>
            <a:lvl2pPr marL="914400" lvl="1" indent="-228600">
              <a:spcBef>
                <a:spcPts val="0"/>
              </a:spcBef>
              <a:spcAft>
                <a:spcPts val="0"/>
              </a:spcAft>
              <a:buSzPts val="1400"/>
              <a:buNone/>
            </a:lvl2pPr>
            <a:lvl3pPr marL="1371600" lvl="2" indent="-228600">
              <a:spcBef>
                <a:spcPts val="0"/>
              </a:spcBef>
              <a:spcAft>
                <a:spcPts val="0"/>
              </a:spcAft>
              <a:buSzPts val="1400"/>
              <a:buNone/>
            </a:lvl3pPr>
            <a:lvl4pPr marL="1828800" lvl="3" indent="-228600">
              <a:spcBef>
                <a:spcPts val="0"/>
              </a:spcBef>
              <a:spcAft>
                <a:spcPts val="0"/>
              </a:spcAft>
              <a:buSzPts val="1400"/>
              <a:buNone/>
            </a:lvl4pPr>
            <a:lvl5pPr marL="2286000" lvl="4" indent="-228600">
              <a:spcBef>
                <a:spcPts val="0"/>
              </a:spcBef>
              <a:spcAft>
                <a:spcPts val="0"/>
              </a:spcAft>
              <a:buSzPts val="1400"/>
              <a:buNone/>
            </a:lvl5pPr>
            <a:lvl6pPr marL="2743200" lvl="5" indent="-228600">
              <a:spcBef>
                <a:spcPts val="0"/>
              </a:spcBef>
              <a:spcAft>
                <a:spcPts val="0"/>
              </a:spcAft>
              <a:buSzPts val="1400"/>
              <a:buNone/>
            </a:lvl6pPr>
            <a:lvl7pPr marL="3200400" lvl="6" indent="-228600">
              <a:spcBef>
                <a:spcPts val="0"/>
              </a:spcBef>
              <a:spcAft>
                <a:spcPts val="0"/>
              </a:spcAft>
              <a:buSzPts val="1400"/>
              <a:buNone/>
            </a:lvl7pPr>
            <a:lvl8pPr marL="3657600" lvl="7" indent="-228600">
              <a:spcBef>
                <a:spcPts val="0"/>
              </a:spcBef>
              <a:spcAft>
                <a:spcPts val="0"/>
              </a:spcAft>
              <a:buSzPts val="1400"/>
              <a:buNone/>
            </a:lvl8pPr>
            <a:lvl9pPr marL="4114800" lvl="8" indent="-228600">
              <a:spcBef>
                <a:spcPts val="0"/>
              </a:spcBef>
              <a:spcAft>
                <a:spcPts val="0"/>
              </a:spcAft>
              <a:buSzPts val="1400"/>
              <a:buNone/>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63"/>
        <p:cNvGrpSpPr/>
        <p:nvPr/>
      </p:nvGrpSpPr>
      <p:grpSpPr>
        <a:xfrm>
          <a:off x="0" y="0"/>
          <a:ext cx="0" cy="0"/>
          <a:chOff x="0" y="0"/>
          <a:chExt cx="0" cy="0"/>
        </a:xfrm>
      </p:grpSpPr>
      <p:sp>
        <p:nvSpPr>
          <p:cNvPr id="1048682" name="Google Shape;64;p27"/>
          <p:cNvSpPr txBox="1">
            <a:spLocks noGrp="1"/>
          </p:cNvSpPr>
          <p:nvPr>
            <p:ph type="title"/>
          </p:nvPr>
        </p:nvSpPr>
        <p:spPr>
          <a:xfrm>
            <a:off x="0" y="232920"/>
            <a:ext cx="12191760" cy="7146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683" name="Google Shape;65;p27"/>
          <p:cNvSpPr txBox="1">
            <a:spLocks noGrp="1"/>
          </p:cNvSpPr>
          <p:nvPr>
            <p:ph type="body" idx="1"/>
          </p:nvPr>
        </p:nvSpPr>
        <p:spPr>
          <a:xfrm>
            <a:off x="199440" y="1097280"/>
            <a:ext cx="3792600" cy="257292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lvl1pPr>
            <a:lvl2pPr marL="914400" lvl="1" indent="-228600">
              <a:spcBef>
                <a:spcPts val="0"/>
              </a:spcBef>
              <a:spcAft>
                <a:spcPts val="0"/>
              </a:spcAft>
              <a:buSzPts val="1400"/>
              <a:buNone/>
            </a:lvl2pPr>
            <a:lvl3pPr marL="1371600" lvl="2" indent="-228600">
              <a:spcBef>
                <a:spcPts val="0"/>
              </a:spcBef>
              <a:spcAft>
                <a:spcPts val="0"/>
              </a:spcAft>
              <a:buSzPts val="1400"/>
              <a:buNone/>
            </a:lvl3pPr>
            <a:lvl4pPr marL="1828800" lvl="3" indent="-228600">
              <a:spcBef>
                <a:spcPts val="0"/>
              </a:spcBef>
              <a:spcAft>
                <a:spcPts val="0"/>
              </a:spcAft>
              <a:buSzPts val="1400"/>
              <a:buNone/>
            </a:lvl4pPr>
            <a:lvl5pPr marL="2286000" lvl="4" indent="-228600">
              <a:spcBef>
                <a:spcPts val="0"/>
              </a:spcBef>
              <a:spcAft>
                <a:spcPts val="0"/>
              </a:spcAft>
              <a:buSzPts val="1400"/>
              <a:buNone/>
            </a:lvl5pPr>
            <a:lvl6pPr marL="2743200" lvl="5" indent="-228600">
              <a:spcBef>
                <a:spcPts val="0"/>
              </a:spcBef>
              <a:spcAft>
                <a:spcPts val="0"/>
              </a:spcAft>
              <a:buSzPts val="1400"/>
              <a:buNone/>
            </a:lvl6pPr>
            <a:lvl7pPr marL="3200400" lvl="6" indent="-228600">
              <a:spcBef>
                <a:spcPts val="0"/>
              </a:spcBef>
              <a:spcAft>
                <a:spcPts val="0"/>
              </a:spcAft>
              <a:buSzPts val="1400"/>
              <a:buNone/>
            </a:lvl7pPr>
            <a:lvl8pPr marL="3657600" lvl="7" indent="-228600">
              <a:spcBef>
                <a:spcPts val="0"/>
              </a:spcBef>
              <a:spcAft>
                <a:spcPts val="0"/>
              </a:spcAft>
              <a:buSzPts val="1400"/>
              <a:buNone/>
            </a:lvl8pPr>
            <a:lvl9pPr marL="4114800" lvl="8" indent="-228600">
              <a:spcBef>
                <a:spcPts val="0"/>
              </a:spcBef>
              <a:spcAft>
                <a:spcPts val="0"/>
              </a:spcAft>
              <a:buSzPts val="1400"/>
              <a:buNone/>
            </a:lvl9pPr>
          </a:lstStyle>
          <a:p>
            <a:endParaRPr/>
          </a:p>
        </p:txBody>
      </p:sp>
      <p:sp>
        <p:nvSpPr>
          <p:cNvPr id="1048684" name="Google Shape;66;p27"/>
          <p:cNvSpPr txBox="1">
            <a:spLocks noGrp="1"/>
          </p:cNvSpPr>
          <p:nvPr>
            <p:ph type="body" idx="2"/>
          </p:nvPr>
        </p:nvSpPr>
        <p:spPr>
          <a:xfrm>
            <a:off x="4182120" y="1097280"/>
            <a:ext cx="3792600" cy="257292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lvl1pPr>
            <a:lvl2pPr marL="914400" lvl="1" indent="-228600">
              <a:spcBef>
                <a:spcPts val="0"/>
              </a:spcBef>
              <a:spcAft>
                <a:spcPts val="0"/>
              </a:spcAft>
              <a:buSzPts val="1400"/>
              <a:buNone/>
            </a:lvl2pPr>
            <a:lvl3pPr marL="1371600" lvl="2" indent="-228600">
              <a:spcBef>
                <a:spcPts val="0"/>
              </a:spcBef>
              <a:spcAft>
                <a:spcPts val="0"/>
              </a:spcAft>
              <a:buSzPts val="1400"/>
              <a:buNone/>
            </a:lvl3pPr>
            <a:lvl4pPr marL="1828800" lvl="3" indent="-228600">
              <a:spcBef>
                <a:spcPts val="0"/>
              </a:spcBef>
              <a:spcAft>
                <a:spcPts val="0"/>
              </a:spcAft>
              <a:buSzPts val="1400"/>
              <a:buNone/>
            </a:lvl4pPr>
            <a:lvl5pPr marL="2286000" lvl="4" indent="-228600">
              <a:spcBef>
                <a:spcPts val="0"/>
              </a:spcBef>
              <a:spcAft>
                <a:spcPts val="0"/>
              </a:spcAft>
              <a:buSzPts val="1400"/>
              <a:buNone/>
            </a:lvl5pPr>
            <a:lvl6pPr marL="2743200" lvl="5" indent="-228600">
              <a:spcBef>
                <a:spcPts val="0"/>
              </a:spcBef>
              <a:spcAft>
                <a:spcPts val="0"/>
              </a:spcAft>
              <a:buSzPts val="1400"/>
              <a:buNone/>
            </a:lvl6pPr>
            <a:lvl7pPr marL="3200400" lvl="6" indent="-228600">
              <a:spcBef>
                <a:spcPts val="0"/>
              </a:spcBef>
              <a:spcAft>
                <a:spcPts val="0"/>
              </a:spcAft>
              <a:buSzPts val="1400"/>
              <a:buNone/>
            </a:lvl7pPr>
            <a:lvl8pPr marL="3657600" lvl="7" indent="-228600">
              <a:spcBef>
                <a:spcPts val="0"/>
              </a:spcBef>
              <a:spcAft>
                <a:spcPts val="0"/>
              </a:spcAft>
              <a:buSzPts val="1400"/>
              <a:buNone/>
            </a:lvl8pPr>
            <a:lvl9pPr marL="4114800" lvl="8" indent="-228600">
              <a:spcBef>
                <a:spcPts val="0"/>
              </a:spcBef>
              <a:spcAft>
                <a:spcPts val="0"/>
              </a:spcAft>
              <a:buSzPts val="1400"/>
              <a:buNone/>
            </a:lvl9pPr>
          </a:lstStyle>
          <a:p>
            <a:endParaRPr/>
          </a:p>
        </p:txBody>
      </p:sp>
      <p:sp>
        <p:nvSpPr>
          <p:cNvPr id="1048685" name="Google Shape;67;p27"/>
          <p:cNvSpPr txBox="1">
            <a:spLocks noGrp="1"/>
          </p:cNvSpPr>
          <p:nvPr>
            <p:ph type="body" idx="3"/>
          </p:nvPr>
        </p:nvSpPr>
        <p:spPr>
          <a:xfrm>
            <a:off x="8164800" y="1097280"/>
            <a:ext cx="3792600" cy="257292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lvl1pPr>
            <a:lvl2pPr marL="914400" lvl="1" indent="-228600">
              <a:spcBef>
                <a:spcPts val="0"/>
              </a:spcBef>
              <a:spcAft>
                <a:spcPts val="0"/>
              </a:spcAft>
              <a:buSzPts val="1400"/>
              <a:buNone/>
            </a:lvl2pPr>
            <a:lvl3pPr marL="1371600" lvl="2" indent="-228600">
              <a:spcBef>
                <a:spcPts val="0"/>
              </a:spcBef>
              <a:spcAft>
                <a:spcPts val="0"/>
              </a:spcAft>
              <a:buSzPts val="1400"/>
              <a:buNone/>
            </a:lvl3pPr>
            <a:lvl4pPr marL="1828800" lvl="3" indent="-228600">
              <a:spcBef>
                <a:spcPts val="0"/>
              </a:spcBef>
              <a:spcAft>
                <a:spcPts val="0"/>
              </a:spcAft>
              <a:buSzPts val="1400"/>
              <a:buNone/>
            </a:lvl4pPr>
            <a:lvl5pPr marL="2286000" lvl="4" indent="-228600">
              <a:spcBef>
                <a:spcPts val="0"/>
              </a:spcBef>
              <a:spcAft>
                <a:spcPts val="0"/>
              </a:spcAft>
              <a:buSzPts val="1400"/>
              <a:buNone/>
            </a:lvl5pPr>
            <a:lvl6pPr marL="2743200" lvl="5" indent="-228600">
              <a:spcBef>
                <a:spcPts val="0"/>
              </a:spcBef>
              <a:spcAft>
                <a:spcPts val="0"/>
              </a:spcAft>
              <a:buSzPts val="1400"/>
              <a:buNone/>
            </a:lvl6pPr>
            <a:lvl7pPr marL="3200400" lvl="6" indent="-228600">
              <a:spcBef>
                <a:spcPts val="0"/>
              </a:spcBef>
              <a:spcAft>
                <a:spcPts val="0"/>
              </a:spcAft>
              <a:buSzPts val="1400"/>
              <a:buNone/>
            </a:lvl7pPr>
            <a:lvl8pPr marL="3657600" lvl="7" indent="-228600">
              <a:spcBef>
                <a:spcPts val="0"/>
              </a:spcBef>
              <a:spcAft>
                <a:spcPts val="0"/>
              </a:spcAft>
              <a:buSzPts val="1400"/>
              <a:buNone/>
            </a:lvl8pPr>
            <a:lvl9pPr marL="4114800" lvl="8" indent="-228600">
              <a:spcBef>
                <a:spcPts val="0"/>
              </a:spcBef>
              <a:spcAft>
                <a:spcPts val="0"/>
              </a:spcAft>
              <a:buSzPts val="1400"/>
              <a:buNone/>
            </a:lvl9pPr>
          </a:lstStyle>
          <a:p>
            <a:endParaRPr/>
          </a:p>
        </p:txBody>
      </p:sp>
      <p:sp>
        <p:nvSpPr>
          <p:cNvPr id="1048686" name="Google Shape;68;p27"/>
          <p:cNvSpPr txBox="1">
            <a:spLocks noGrp="1"/>
          </p:cNvSpPr>
          <p:nvPr>
            <p:ph type="body" idx="4"/>
          </p:nvPr>
        </p:nvSpPr>
        <p:spPr>
          <a:xfrm>
            <a:off x="199440" y="3915000"/>
            <a:ext cx="3792600" cy="257292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lvl1pPr>
            <a:lvl2pPr marL="914400" lvl="1" indent="-228600">
              <a:spcBef>
                <a:spcPts val="0"/>
              </a:spcBef>
              <a:spcAft>
                <a:spcPts val="0"/>
              </a:spcAft>
              <a:buSzPts val="1400"/>
              <a:buNone/>
            </a:lvl2pPr>
            <a:lvl3pPr marL="1371600" lvl="2" indent="-228600">
              <a:spcBef>
                <a:spcPts val="0"/>
              </a:spcBef>
              <a:spcAft>
                <a:spcPts val="0"/>
              </a:spcAft>
              <a:buSzPts val="1400"/>
              <a:buNone/>
            </a:lvl3pPr>
            <a:lvl4pPr marL="1828800" lvl="3" indent="-228600">
              <a:spcBef>
                <a:spcPts val="0"/>
              </a:spcBef>
              <a:spcAft>
                <a:spcPts val="0"/>
              </a:spcAft>
              <a:buSzPts val="1400"/>
              <a:buNone/>
            </a:lvl4pPr>
            <a:lvl5pPr marL="2286000" lvl="4" indent="-228600">
              <a:spcBef>
                <a:spcPts val="0"/>
              </a:spcBef>
              <a:spcAft>
                <a:spcPts val="0"/>
              </a:spcAft>
              <a:buSzPts val="1400"/>
              <a:buNone/>
            </a:lvl5pPr>
            <a:lvl6pPr marL="2743200" lvl="5" indent="-228600">
              <a:spcBef>
                <a:spcPts val="0"/>
              </a:spcBef>
              <a:spcAft>
                <a:spcPts val="0"/>
              </a:spcAft>
              <a:buSzPts val="1400"/>
              <a:buNone/>
            </a:lvl6pPr>
            <a:lvl7pPr marL="3200400" lvl="6" indent="-228600">
              <a:spcBef>
                <a:spcPts val="0"/>
              </a:spcBef>
              <a:spcAft>
                <a:spcPts val="0"/>
              </a:spcAft>
              <a:buSzPts val="1400"/>
              <a:buNone/>
            </a:lvl7pPr>
            <a:lvl8pPr marL="3657600" lvl="7" indent="-228600">
              <a:spcBef>
                <a:spcPts val="0"/>
              </a:spcBef>
              <a:spcAft>
                <a:spcPts val="0"/>
              </a:spcAft>
              <a:buSzPts val="1400"/>
              <a:buNone/>
            </a:lvl8pPr>
            <a:lvl9pPr marL="4114800" lvl="8" indent="-228600">
              <a:spcBef>
                <a:spcPts val="0"/>
              </a:spcBef>
              <a:spcAft>
                <a:spcPts val="0"/>
              </a:spcAft>
              <a:buSzPts val="1400"/>
              <a:buNone/>
            </a:lvl9pPr>
          </a:lstStyle>
          <a:p>
            <a:endParaRPr/>
          </a:p>
        </p:txBody>
      </p:sp>
      <p:sp>
        <p:nvSpPr>
          <p:cNvPr id="1048687" name="Google Shape;69;p27"/>
          <p:cNvSpPr txBox="1">
            <a:spLocks noGrp="1"/>
          </p:cNvSpPr>
          <p:nvPr>
            <p:ph type="body" idx="5"/>
          </p:nvPr>
        </p:nvSpPr>
        <p:spPr>
          <a:xfrm>
            <a:off x="4182120" y="3915000"/>
            <a:ext cx="3792600" cy="257292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lvl1pPr>
            <a:lvl2pPr marL="914400" lvl="1" indent="-228600">
              <a:spcBef>
                <a:spcPts val="0"/>
              </a:spcBef>
              <a:spcAft>
                <a:spcPts val="0"/>
              </a:spcAft>
              <a:buSzPts val="1400"/>
              <a:buNone/>
            </a:lvl2pPr>
            <a:lvl3pPr marL="1371600" lvl="2" indent="-228600">
              <a:spcBef>
                <a:spcPts val="0"/>
              </a:spcBef>
              <a:spcAft>
                <a:spcPts val="0"/>
              </a:spcAft>
              <a:buSzPts val="1400"/>
              <a:buNone/>
            </a:lvl3pPr>
            <a:lvl4pPr marL="1828800" lvl="3" indent="-228600">
              <a:spcBef>
                <a:spcPts val="0"/>
              </a:spcBef>
              <a:spcAft>
                <a:spcPts val="0"/>
              </a:spcAft>
              <a:buSzPts val="1400"/>
              <a:buNone/>
            </a:lvl4pPr>
            <a:lvl5pPr marL="2286000" lvl="4" indent="-228600">
              <a:spcBef>
                <a:spcPts val="0"/>
              </a:spcBef>
              <a:spcAft>
                <a:spcPts val="0"/>
              </a:spcAft>
              <a:buSzPts val="1400"/>
              <a:buNone/>
            </a:lvl5pPr>
            <a:lvl6pPr marL="2743200" lvl="5" indent="-228600">
              <a:spcBef>
                <a:spcPts val="0"/>
              </a:spcBef>
              <a:spcAft>
                <a:spcPts val="0"/>
              </a:spcAft>
              <a:buSzPts val="1400"/>
              <a:buNone/>
            </a:lvl6pPr>
            <a:lvl7pPr marL="3200400" lvl="6" indent="-228600">
              <a:spcBef>
                <a:spcPts val="0"/>
              </a:spcBef>
              <a:spcAft>
                <a:spcPts val="0"/>
              </a:spcAft>
              <a:buSzPts val="1400"/>
              <a:buNone/>
            </a:lvl7pPr>
            <a:lvl8pPr marL="3657600" lvl="7" indent="-228600">
              <a:spcBef>
                <a:spcPts val="0"/>
              </a:spcBef>
              <a:spcAft>
                <a:spcPts val="0"/>
              </a:spcAft>
              <a:buSzPts val="1400"/>
              <a:buNone/>
            </a:lvl8pPr>
            <a:lvl9pPr marL="4114800" lvl="8" indent="-228600">
              <a:spcBef>
                <a:spcPts val="0"/>
              </a:spcBef>
              <a:spcAft>
                <a:spcPts val="0"/>
              </a:spcAft>
              <a:buSzPts val="1400"/>
              <a:buNone/>
            </a:lvl9pPr>
          </a:lstStyle>
          <a:p>
            <a:endParaRPr/>
          </a:p>
        </p:txBody>
      </p:sp>
      <p:sp>
        <p:nvSpPr>
          <p:cNvPr id="1048688" name="Google Shape;70;p27"/>
          <p:cNvSpPr txBox="1">
            <a:spLocks noGrp="1"/>
          </p:cNvSpPr>
          <p:nvPr>
            <p:ph type="body" idx="6"/>
          </p:nvPr>
        </p:nvSpPr>
        <p:spPr>
          <a:xfrm>
            <a:off x="8164800" y="3915000"/>
            <a:ext cx="3792600" cy="257292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lvl1pPr>
            <a:lvl2pPr marL="914400" lvl="1" indent="-228600">
              <a:spcBef>
                <a:spcPts val="0"/>
              </a:spcBef>
              <a:spcAft>
                <a:spcPts val="0"/>
              </a:spcAft>
              <a:buSzPts val="1400"/>
              <a:buNone/>
            </a:lvl2pPr>
            <a:lvl3pPr marL="1371600" lvl="2" indent="-228600">
              <a:spcBef>
                <a:spcPts val="0"/>
              </a:spcBef>
              <a:spcAft>
                <a:spcPts val="0"/>
              </a:spcAft>
              <a:buSzPts val="1400"/>
              <a:buNone/>
            </a:lvl3pPr>
            <a:lvl4pPr marL="1828800" lvl="3" indent="-228600">
              <a:spcBef>
                <a:spcPts val="0"/>
              </a:spcBef>
              <a:spcAft>
                <a:spcPts val="0"/>
              </a:spcAft>
              <a:buSzPts val="1400"/>
              <a:buNone/>
            </a:lvl4pPr>
            <a:lvl5pPr marL="2286000" lvl="4" indent="-228600">
              <a:spcBef>
                <a:spcPts val="0"/>
              </a:spcBef>
              <a:spcAft>
                <a:spcPts val="0"/>
              </a:spcAft>
              <a:buSzPts val="1400"/>
              <a:buNone/>
            </a:lvl5pPr>
            <a:lvl6pPr marL="2743200" lvl="5" indent="-228600">
              <a:spcBef>
                <a:spcPts val="0"/>
              </a:spcBef>
              <a:spcAft>
                <a:spcPts val="0"/>
              </a:spcAft>
              <a:buSzPts val="1400"/>
              <a:buNone/>
            </a:lvl6pPr>
            <a:lvl7pPr marL="3200400" lvl="6" indent="-228600">
              <a:spcBef>
                <a:spcPts val="0"/>
              </a:spcBef>
              <a:spcAft>
                <a:spcPts val="0"/>
              </a:spcAft>
              <a:buSzPts val="1400"/>
              <a:buNone/>
            </a:lvl7pPr>
            <a:lvl8pPr marL="3657600" lvl="7" indent="-228600">
              <a:spcBef>
                <a:spcPts val="0"/>
              </a:spcBef>
              <a:spcAft>
                <a:spcPts val="0"/>
              </a:spcAft>
              <a:buSzPts val="1400"/>
              <a:buNone/>
            </a:lvl8pPr>
            <a:lvl9pPr marL="4114800" lvl="8" indent="-228600">
              <a:spcBef>
                <a:spcPts val="0"/>
              </a:spcBef>
              <a:spcAft>
                <a:spcPts val="0"/>
              </a:spcAft>
              <a:buSzPts val="1400"/>
              <a:buNone/>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80"/>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81"/>
        <p:cNvGrpSpPr/>
        <p:nvPr/>
      </p:nvGrpSpPr>
      <p:grpSpPr>
        <a:xfrm>
          <a:off x="0" y="0"/>
          <a:ext cx="0" cy="0"/>
          <a:chOff x="0" y="0"/>
          <a:chExt cx="0" cy="0"/>
        </a:xfrm>
      </p:grpSpPr>
      <p:sp>
        <p:nvSpPr>
          <p:cNvPr id="1048673" name="Google Shape;82;p28"/>
          <p:cNvSpPr txBox="1">
            <a:spLocks noGrp="1"/>
          </p:cNvSpPr>
          <p:nvPr>
            <p:ph type="title"/>
          </p:nvPr>
        </p:nvSpPr>
        <p:spPr>
          <a:xfrm>
            <a:off x="0" y="232920"/>
            <a:ext cx="12191760" cy="714600"/>
          </a:xfrm>
          <a:prstGeom prst="rect">
            <a:avLst/>
          </a:prstGeom>
          <a:noFill/>
          <a:ln>
            <a:noFill/>
          </a:ln>
          <a:effectLst>
            <a:outerShdw blurRad="44280" dist="28080" dir="5400000" rotWithShape="0">
              <a:srgbClr val="000000">
                <a:alpha val="31764"/>
              </a:srgbClr>
            </a:outerShdw>
          </a:effectLst>
        </p:spPr>
        <p:txBody>
          <a:bodyPr spcFirstLastPara="1" wrap="square" lIns="0" tIns="0" rIns="0" bIns="0" anchor="ctr" anchorCtr="0">
            <a:noAutofit/>
          </a:bodyPr>
          <a:lstStyle>
            <a:lvl1pPr lvl="0">
              <a:spcBef>
                <a:spcPts val="0"/>
              </a:spcBef>
              <a:spcAft>
                <a:spcPts val="0"/>
              </a:spcAft>
              <a:buSzPts val="14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674" name="Google Shape;83;p28"/>
          <p:cNvSpPr txBox="1">
            <a:spLocks noGrp="1"/>
          </p:cNvSpPr>
          <p:nvPr>
            <p:ph type="subTitle" idx="1"/>
          </p:nvPr>
        </p:nvSpPr>
        <p:spPr>
          <a:xfrm>
            <a:off x="199440" y="1097280"/>
            <a:ext cx="11778840" cy="53946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84"/>
        <p:cNvGrpSpPr/>
        <p:nvPr/>
      </p:nvGrpSpPr>
      <p:grpSpPr>
        <a:xfrm>
          <a:off x="0" y="0"/>
          <a:ext cx="0" cy="0"/>
          <a:chOff x="0" y="0"/>
          <a:chExt cx="0" cy="0"/>
        </a:xfrm>
      </p:grpSpPr>
      <p:sp>
        <p:nvSpPr>
          <p:cNvPr id="1048679" name="Google Shape;85;p29"/>
          <p:cNvSpPr txBox="1">
            <a:spLocks noGrp="1"/>
          </p:cNvSpPr>
          <p:nvPr>
            <p:ph type="title"/>
          </p:nvPr>
        </p:nvSpPr>
        <p:spPr>
          <a:xfrm>
            <a:off x="0" y="232920"/>
            <a:ext cx="12191760" cy="714600"/>
          </a:xfrm>
          <a:prstGeom prst="rect">
            <a:avLst/>
          </a:prstGeom>
          <a:noFill/>
          <a:ln>
            <a:noFill/>
          </a:ln>
          <a:effectLst>
            <a:outerShdw blurRad="44280" dist="28080" dir="5400000" rotWithShape="0">
              <a:srgbClr val="000000">
                <a:alpha val="31764"/>
              </a:srgbClr>
            </a:outerShdw>
          </a:effectLst>
        </p:spPr>
        <p:txBody>
          <a:bodyPr spcFirstLastPara="1" wrap="square" lIns="0" tIns="0" rIns="0" bIns="0" anchor="ctr" anchorCtr="0">
            <a:noAutofit/>
          </a:bodyPr>
          <a:lstStyle>
            <a:lvl1pPr lvl="0">
              <a:spcBef>
                <a:spcPts val="0"/>
              </a:spcBef>
              <a:spcAft>
                <a:spcPts val="0"/>
              </a:spcAft>
              <a:buSzPts val="14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680" name="Google Shape;86;p29"/>
          <p:cNvSpPr txBox="1">
            <a:spLocks noGrp="1"/>
          </p:cNvSpPr>
          <p:nvPr>
            <p:ph type="body" idx="1"/>
          </p:nvPr>
        </p:nvSpPr>
        <p:spPr>
          <a:xfrm>
            <a:off x="199440" y="1097280"/>
            <a:ext cx="11778840" cy="539460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lvl1pPr>
            <a:lvl2pPr marL="914400" lvl="1" indent="-228600">
              <a:spcBef>
                <a:spcPts val="0"/>
              </a:spcBef>
              <a:spcAft>
                <a:spcPts val="0"/>
              </a:spcAft>
              <a:buSzPts val="1400"/>
              <a:buNone/>
            </a:lvl2pPr>
            <a:lvl3pPr marL="1371600" lvl="2" indent="-228600">
              <a:spcBef>
                <a:spcPts val="0"/>
              </a:spcBef>
              <a:spcAft>
                <a:spcPts val="0"/>
              </a:spcAft>
              <a:buSzPts val="1400"/>
              <a:buNone/>
            </a:lvl3pPr>
            <a:lvl4pPr marL="1828800" lvl="3" indent="-228600">
              <a:spcBef>
                <a:spcPts val="0"/>
              </a:spcBef>
              <a:spcAft>
                <a:spcPts val="0"/>
              </a:spcAft>
              <a:buSzPts val="1400"/>
              <a:buNone/>
            </a:lvl4pPr>
            <a:lvl5pPr marL="2286000" lvl="4" indent="-228600">
              <a:spcBef>
                <a:spcPts val="0"/>
              </a:spcBef>
              <a:spcAft>
                <a:spcPts val="0"/>
              </a:spcAft>
              <a:buSzPts val="1400"/>
              <a:buNone/>
            </a:lvl5pPr>
            <a:lvl6pPr marL="2743200" lvl="5" indent="-228600">
              <a:spcBef>
                <a:spcPts val="0"/>
              </a:spcBef>
              <a:spcAft>
                <a:spcPts val="0"/>
              </a:spcAft>
              <a:buSzPts val="1400"/>
              <a:buNone/>
            </a:lvl6pPr>
            <a:lvl7pPr marL="3200400" lvl="6" indent="-228600">
              <a:spcBef>
                <a:spcPts val="0"/>
              </a:spcBef>
              <a:spcAft>
                <a:spcPts val="0"/>
              </a:spcAft>
              <a:buSzPts val="1400"/>
              <a:buNone/>
            </a:lvl7pPr>
            <a:lvl8pPr marL="3657600" lvl="7" indent="-228600">
              <a:spcBef>
                <a:spcPts val="0"/>
              </a:spcBef>
              <a:spcAft>
                <a:spcPts val="0"/>
              </a:spcAft>
              <a:buSzPts val="1400"/>
              <a:buNone/>
            </a:lvl8pPr>
            <a:lvl9pPr marL="4114800" lvl="8" indent="-228600">
              <a:spcBef>
                <a:spcPts val="0"/>
              </a:spcBef>
              <a:spcAft>
                <a:spcPts val="0"/>
              </a:spcAft>
              <a:buSzPts val="1400"/>
              <a:buNone/>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87"/>
        <p:cNvGrpSpPr/>
        <p:nvPr/>
      </p:nvGrpSpPr>
      <p:grpSpPr>
        <a:xfrm>
          <a:off x="0" y="0"/>
          <a:ext cx="0" cy="0"/>
          <a:chOff x="0" y="0"/>
          <a:chExt cx="0" cy="0"/>
        </a:xfrm>
      </p:grpSpPr>
      <p:sp>
        <p:nvSpPr>
          <p:cNvPr id="1048676" name="Google Shape;88;p30"/>
          <p:cNvSpPr txBox="1">
            <a:spLocks noGrp="1"/>
          </p:cNvSpPr>
          <p:nvPr>
            <p:ph type="title"/>
          </p:nvPr>
        </p:nvSpPr>
        <p:spPr>
          <a:xfrm>
            <a:off x="0" y="232920"/>
            <a:ext cx="12191760" cy="714600"/>
          </a:xfrm>
          <a:prstGeom prst="rect">
            <a:avLst/>
          </a:prstGeom>
          <a:noFill/>
          <a:ln>
            <a:noFill/>
          </a:ln>
          <a:effectLst>
            <a:outerShdw blurRad="44280" dist="28080" dir="5400000" rotWithShape="0">
              <a:srgbClr val="000000">
                <a:alpha val="31764"/>
              </a:srgbClr>
            </a:outerShdw>
          </a:effectLst>
        </p:spPr>
        <p:txBody>
          <a:bodyPr spcFirstLastPara="1" wrap="square" lIns="0" tIns="0" rIns="0" bIns="0" anchor="ctr" anchorCtr="0">
            <a:noAutofit/>
          </a:bodyPr>
          <a:lstStyle>
            <a:lvl1pPr lvl="0">
              <a:spcBef>
                <a:spcPts val="0"/>
              </a:spcBef>
              <a:spcAft>
                <a:spcPts val="0"/>
              </a:spcAft>
              <a:buSzPts val="14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677" name="Google Shape;89;p30"/>
          <p:cNvSpPr txBox="1">
            <a:spLocks noGrp="1"/>
          </p:cNvSpPr>
          <p:nvPr>
            <p:ph type="body" idx="1"/>
          </p:nvPr>
        </p:nvSpPr>
        <p:spPr>
          <a:xfrm>
            <a:off x="199440" y="1097280"/>
            <a:ext cx="5747760" cy="539460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lvl1pPr>
            <a:lvl2pPr marL="914400" lvl="1" indent="-228600">
              <a:spcBef>
                <a:spcPts val="0"/>
              </a:spcBef>
              <a:spcAft>
                <a:spcPts val="0"/>
              </a:spcAft>
              <a:buSzPts val="1400"/>
              <a:buNone/>
            </a:lvl2pPr>
            <a:lvl3pPr marL="1371600" lvl="2" indent="-228600">
              <a:spcBef>
                <a:spcPts val="0"/>
              </a:spcBef>
              <a:spcAft>
                <a:spcPts val="0"/>
              </a:spcAft>
              <a:buSzPts val="1400"/>
              <a:buNone/>
            </a:lvl3pPr>
            <a:lvl4pPr marL="1828800" lvl="3" indent="-228600">
              <a:spcBef>
                <a:spcPts val="0"/>
              </a:spcBef>
              <a:spcAft>
                <a:spcPts val="0"/>
              </a:spcAft>
              <a:buSzPts val="1400"/>
              <a:buNone/>
            </a:lvl4pPr>
            <a:lvl5pPr marL="2286000" lvl="4" indent="-228600">
              <a:spcBef>
                <a:spcPts val="0"/>
              </a:spcBef>
              <a:spcAft>
                <a:spcPts val="0"/>
              </a:spcAft>
              <a:buSzPts val="1400"/>
              <a:buNone/>
            </a:lvl5pPr>
            <a:lvl6pPr marL="2743200" lvl="5" indent="-228600">
              <a:spcBef>
                <a:spcPts val="0"/>
              </a:spcBef>
              <a:spcAft>
                <a:spcPts val="0"/>
              </a:spcAft>
              <a:buSzPts val="1400"/>
              <a:buNone/>
            </a:lvl6pPr>
            <a:lvl7pPr marL="3200400" lvl="6" indent="-228600">
              <a:spcBef>
                <a:spcPts val="0"/>
              </a:spcBef>
              <a:spcAft>
                <a:spcPts val="0"/>
              </a:spcAft>
              <a:buSzPts val="1400"/>
              <a:buNone/>
            </a:lvl7pPr>
            <a:lvl8pPr marL="3657600" lvl="7" indent="-228600">
              <a:spcBef>
                <a:spcPts val="0"/>
              </a:spcBef>
              <a:spcAft>
                <a:spcPts val="0"/>
              </a:spcAft>
              <a:buSzPts val="1400"/>
              <a:buNone/>
            </a:lvl8pPr>
            <a:lvl9pPr marL="4114800" lvl="8" indent="-228600">
              <a:spcBef>
                <a:spcPts val="0"/>
              </a:spcBef>
              <a:spcAft>
                <a:spcPts val="0"/>
              </a:spcAft>
              <a:buSzPts val="1400"/>
              <a:buNone/>
            </a:lvl9pPr>
          </a:lstStyle>
          <a:p>
            <a:endParaRPr/>
          </a:p>
        </p:txBody>
      </p:sp>
      <p:sp>
        <p:nvSpPr>
          <p:cNvPr id="1048678" name="Google Shape;90;p30"/>
          <p:cNvSpPr txBox="1">
            <a:spLocks noGrp="1"/>
          </p:cNvSpPr>
          <p:nvPr>
            <p:ph type="body" idx="2"/>
          </p:nvPr>
        </p:nvSpPr>
        <p:spPr>
          <a:xfrm>
            <a:off x="6234840" y="1097280"/>
            <a:ext cx="5747760" cy="539460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lvl1pPr>
            <a:lvl2pPr marL="914400" lvl="1" indent="-228600">
              <a:spcBef>
                <a:spcPts val="0"/>
              </a:spcBef>
              <a:spcAft>
                <a:spcPts val="0"/>
              </a:spcAft>
              <a:buSzPts val="1400"/>
              <a:buNone/>
            </a:lvl2pPr>
            <a:lvl3pPr marL="1371600" lvl="2" indent="-228600">
              <a:spcBef>
                <a:spcPts val="0"/>
              </a:spcBef>
              <a:spcAft>
                <a:spcPts val="0"/>
              </a:spcAft>
              <a:buSzPts val="1400"/>
              <a:buNone/>
            </a:lvl3pPr>
            <a:lvl4pPr marL="1828800" lvl="3" indent="-228600">
              <a:spcBef>
                <a:spcPts val="0"/>
              </a:spcBef>
              <a:spcAft>
                <a:spcPts val="0"/>
              </a:spcAft>
              <a:buSzPts val="1400"/>
              <a:buNone/>
            </a:lvl4pPr>
            <a:lvl5pPr marL="2286000" lvl="4" indent="-228600">
              <a:spcBef>
                <a:spcPts val="0"/>
              </a:spcBef>
              <a:spcAft>
                <a:spcPts val="0"/>
              </a:spcAft>
              <a:buSzPts val="1400"/>
              <a:buNone/>
            </a:lvl5pPr>
            <a:lvl6pPr marL="2743200" lvl="5" indent="-228600">
              <a:spcBef>
                <a:spcPts val="0"/>
              </a:spcBef>
              <a:spcAft>
                <a:spcPts val="0"/>
              </a:spcAft>
              <a:buSzPts val="1400"/>
              <a:buNone/>
            </a:lvl6pPr>
            <a:lvl7pPr marL="3200400" lvl="6" indent="-228600">
              <a:spcBef>
                <a:spcPts val="0"/>
              </a:spcBef>
              <a:spcAft>
                <a:spcPts val="0"/>
              </a:spcAft>
              <a:buSzPts val="1400"/>
              <a:buNone/>
            </a:lvl7pPr>
            <a:lvl8pPr marL="3657600" lvl="7" indent="-228600">
              <a:spcBef>
                <a:spcPts val="0"/>
              </a:spcBef>
              <a:spcAft>
                <a:spcPts val="0"/>
              </a:spcAft>
              <a:buSzPts val="1400"/>
              <a:buNone/>
            </a:lvl8pPr>
            <a:lvl9pPr marL="4114800" lvl="8" indent="-228600">
              <a:spcBef>
                <a:spcPts val="0"/>
              </a:spcBef>
              <a:spcAft>
                <a:spcPts val="0"/>
              </a:spcAft>
              <a:buSzPts val="1400"/>
              <a:buNone/>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1"/>
        <p:cNvGrpSpPr/>
        <p:nvPr/>
      </p:nvGrpSpPr>
      <p:grpSpPr>
        <a:xfrm>
          <a:off x="0" y="0"/>
          <a:ext cx="0" cy="0"/>
          <a:chOff x="0" y="0"/>
          <a:chExt cx="0" cy="0"/>
        </a:xfrm>
      </p:grpSpPr>
      <p:sp>
        <p:nvSpPr>
          <p:cNvPr id="1048645" name="Google Shape;92;p31"/>
          <p:cNvSpPr txBox="1">
            <a:spLocks noGrp="1"/>
          </p:cNvSpPr>
          <p:nvPr>
            <p:ph type="title"/>
          </p:nvPr>
        </p:nvSpPr>
        <p:spPr>
          <a:xfrm>
            <a:off x="0" y="232920"/>
            <a:ext cx="12191760" cy="714600"/>
          </a:xfrm>
          <a:prstGeom prst="rect">
            <a:avLst/>
          </a:prstGeom>
          <a:noFill/>
          <a:ln>
            <a:noFill/>
          </a:ln>
          <a:effectLst>
            <a:outerShdw blurRad="44280" dist="28080" dir="5400000" rotWithShape="0">
              <a:srgbClr val="000000">
                <a:alpha val="31764"/>
              </a:srgbClr>
            </a:outerShdw>
          </a:effectLst>
        </p:spPr>
        <p:txBody>
          <a:bodyPr spcFirstLastPara="1" wrap="square" lIns="0" tIns="0" rIns="0" bIns="0" anchor="ctr" anchorCtr="0">
            <a:noAutofit/>
          </a:bodyPr>
          <a:lstStyle>
            <a:lvl1pPr lvl="0">
              <a:spcBef>
                <a:spcPts val="0"/>
              </a:spcBef>
              <a:spcAft>
                <a:spcPts val="0"/>
              </a:spcAft>
              <a:buSzPts val="14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93"/>
        <p:cNvGrpSpPr/>
        <p:nvPr/>
      </p:nvGrpSpPr>
      <p:grpSpPr>
        <a:xfrm>
          <a:off x="0" y="0"/>
          <a:ext cx="0" cy="0"/>
          <a:chOff x="0" y="0"/>
          <a:chExt cx="0" cy="0"/>
        </a:xfrm>
      </p:grpSpPr>
      <p:sp>
        <p:nvSpPr>
          <p:cNvPr id="1048675" name="Google Shape;94;p32"/>
          <p:cNvSpPr txBox="1">
            <a:spLocks noGrp="1"/>
          </p:cNvSpPr>
          <p:nvPr>
            <p:ph type="subTitle" idx="1"/>
          </p:nvPr>
        </p:nvSpPr>
        <p:spPr>
          <a:xfrm>
            <a:off x="0" y="232920"/>
            <a:ext cx="12191760" cy="3313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95"/>
        <p:cNvGrpSpPr/>
        <p:nvPr/>
      </p:nvGrpSpPr>
      <p:grpSpPr>
        <a:xfrm>
          <a:off x="0" y="0"/>
          <a:ext cx="0" cy="0"/>
          <a:chOff x="0" y="0"/>
          <a:chExt cx="0" cy="0"/>
        </a:xfrm>
      </p:grpSpPr>
      <p:sp>
        <p:nvSpPr>
          <p:cNvPr id="1048661" name="Google Shape;96;p33"/>
          <p:cNvSpPr txBox="1">
            <a:spLocks noGrp="1"/>
          </p:cNvSpPr>
          <p:nvPr>
            <p:ph type="title"/>
          </p:nvPr>
        </p:nvSpPr>
        <p:spPr>
          <a:xfrm>
            <a:off x="0" y="232920"/>
            <a:ext cx="12191760" cy="714600"/>
          </a:xfrm>
          <a:prstGeom prst="rect">
            <a:avLst/>
          </a:prstGeom>
          <a:noFill/>
          <a:ln>
            <a:noFill/>
          </a:ln>
          <a:effectLst>
            <a:outerShdw blurRad="44280" dist="28080" dir="5400000" rotWithShape="0">
              <a:srgbClr val="000000">
                <a:alpha val="31764"/>
              </a:srgbClr>
            </a:outerShdw>
          </a:effectLst>
        </p:spPr>
        <p:txBody>
          <a:bodyPr spcFirstLastPara="1" wrap="square" lIns="0" tIns="0" rIns="0" bIns="0" anchor="ctr" anchorCtr="0">
            <a:noAutofit/>
          </a:bodyPr>
          <a:lstStyle>
            <a:lvl1pPr lvl="0">
              <a:spcBef>
                <a:spcPts val="0"/>
              </a:spcBef>
              <a:spcAft>
                <a:spcPts val="0"/>
              </a:spcAft>
              <a:buSzPts val="14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662" name="Google Shape;97;p33"/>
          <p:cNvSpPr txBox="1">
            <a:spLocks noGrp="1"/>
          </p:cNvSpPr>
          <p:nvPr>
            <p:ph type="body" idx="1"/>
          </p:nvPr>
        </p:nvSpPr>
        <p:spPr>
          <a:xfrm>
            <a:off x="199440" y="1097280"/>
            <a:ext cx="5747760" cy="257292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lvl1pPr>
            <a:lvl2pPr marL="914400" lvl="1" indent="-228600">
              <a:spcBef>
                <a:spcPts val="0"/>
              </a:spcBef>
              <a:spcAft>
                <a:spcPts val="0"/>
              </a:spcAft>
              <a:buSzPts val="1400"/>
              <a:buNone/>
            </a:lvl2pPr>
            <a:lvl3pPr marL="1371600" lvl="2" indent="-228600">
              <a:spcBef>
                <a:spcPts val="0"/>
              </a:spcBef>
              <a:spcAft>
                <a:spcPts val="0"/>
              </a:spcAft>
              <a:buSzPts val="1400"/>
              <a:buNone/>
            </a:lvl3pPr>
            <a:lvl4pPr marL="1828800" lvl="3" indent="-228600">
              <a:spcBef>
                <a:spcPts val="0"/>
              </a:spcBef>
              <a:spcAft>
                <a:spcPts val="0"/>
              </a:spcAft>
              <a:buSzPts val="1400"/>
              <a:buNone/>
            </a:lvl4pPr>
            <a:lvl5pPr marL="2286000" lvl="4" indent="-228600">
              <a:spcBef>
                <a:spcPts val="0"/>
              </a:spcBef>
              <a:spcAft>
                <a:spcPts val="0"/>
              </a:spcAft>
              <a:buSzPts val="1400"/>
              <a:buNone/>
            </a:lvl5pPr>
            <a:lvl6pPr marL="2743200" lvl="5" indent="-228600">
              <a:spcBef>
                <a:spcPts val="0"/>
              </a:spcBef>
              <a:spcAft>
                <a:spcPts val="0"/>
              </a:spcAft>
              <a:buSzPts val="1400"/>
              <a:buNone/>
            </a:lvl6pPr>
            <a:lvl7pPr marL="3200400" lvl="6" indent="-228600">
              <a:spcBef>
                <a:spcPts val="0"/>
              </a:spcBef>
              <a:spcAft>
                <a:spcPts val="0"/>
              </a:spcAft>
              <a:buSzPts val="1400"/>
              <a:buNone/>
            </a:lvl7pPr>
            <a:lvl8pPr marL="3657600" lvl="7" indent="-228600">
              <a:spcBef>
                <a:spcPts val="0"/>
              </a:spcBef>
              <a:spcAft>
                <a:spcPts val="0"/>
              </a:spcAft>
              <a:buSzPts val="1400"/>
              <a:buNone/>
            </a:lvl8pPr>
            <a:lvl9pPr marL="4114800" lvl="8" indent="-228600">
              <a:spcBef>
                <a:spcPts val="0"/>
              </a:spcBef>
              <a:spcAft>
                <a:spcPts val="0"/>
              </a:spcAft>
              <a:buSzPts val="1400"/>
              <a:buNone/>
            </a:lvl9pPr>
          </a:lstStyle>
          <a:p>
            <a:endParaRPr/>
          </a:p>
        </p:txBody>
      </p:sp>
      <p:sp>
        <p:nvSpPr>
          <p:cNvPr id="1048663" name="Google Shape;98;p33"/>
          <p:cNvSpPr txBox="1">
            <a:spLocks noGrp="1"/>
          </p:cNvSpPr>
          <p:nvPr>
            <p:ph type="body" idx="2"/>
          </p:nvPr>
        </p:nvSpPr>
        <p:spPr>
          <a:xfrm>
            <a:off x="6234840" y="1097280"/>
            <a:ext cx="5747760" cy="539460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lvl1pPr>
            <a:lvl2pPr marL="914400" lvl="1" indent="-228600">
              <a:spcBef>
                <a:spcPts val="0"/>
              </a:spcBef>
              <a:spcAft>
                <a:spcPts val="0"/>
              </a:spcAft>
              <a:buSzPts val="1400"/>
              <a:buNone/>
            </a:lvl2pPr>
            <a:lvl3pPr marL="1371600" lvl="2" indent="-228600">
              <a:spcBef>
                <a:spcPts val="0"/>
              </a:spcBef>
              <a:spcAft>
                <a:spcPts val="0"/>
              </a:spcAft>
              <a:buSzPts val="1400"/>
              <a:buNone/>
            </a:lvl3pPr>
            <a:lvl4pPr marL="1828800" lvl="3" indent="-228600">
              <a:spcBef>
                <a:spcPts val="0"/>
              </a:spcBef>
              <a:spcAft>
                <a:spcPts val="0"/>
              </a:spcAft>
              <a:buSzPts val="1400"/>
              <a:buNone/>
            </a:lvl4pPr>
            <a:lvl5pPr marL="2286000" lvl="4" indent="-228600">
              <a:spcBef>
                <a:spcPts val="0"/>
              </a:spcBef>
              <a:spcAft>
                <a:spcPts val="0"/>
              </a:spcAft>
              <a:buSzPts val="1400"/>
              <a:buNone/>
            </a:lvl5pPr>
            <a:lvl6pPr marL="2743200" lvl="5" indent="-228600">
              <a:spcBef>
                <a:spcPts val="0"/>
              </a:spcBef>
              <a:spcAft>
                <a:spcPts val="0"/>
              </a:spcAft>
              <a:buSzPts val="1400"/>
              <a:buNone/>
            </a:lvl6pPr>
            <a:lvl7pPr marL="3200400" lvl="6" indent="-228600">
              <a:spcBef>
                <a:spcPts val="0"/>
              </a:spcBef>
              <a:spcAft>
                <a:spcPts val="0"/>
              </a:spcAft>
              <a:buSzPts val="1400"/>
              <a:buNone/>
            </a:lvl7pPr>
            <a:lvl8pPr marL="3657600" lvl="7" indent="-228600">
              <a:spcBef>
                <a:spcPts val="0"/>
              </a:spcBef>
              <a:spcAft>
                <a:spcPts val="0"/>
              </a:spcAft>
              <a:buSzPts val="1400"/>
              <a:buNone/>
            </a:lvl8pPr>
            <a:lvl9pPr marL="4114800" lvl="8" indent="-228600">
              <a:spcBef>
                <a:spcPts val="0"/>
              </a:spcBef>
              <a:spcAft>
                <a:spcPts val="0"/>
              </a:spcAft>
              <a:buSzPts val="1400"/>
              <a:buNone/>
            </a:lvl9pPr>
          </a:lstStyle>
          <a:p>
            <a:endParaRPr/>
          </a:p>
        </p:txBody>
      </p:sp>
      <p:sp>
        <p:nvSpPr>
          <p:cNvPr id="1048664" name="Google Shape;99;p33"/>
          <p:cNvSpPr txBox="1">
            <a:spLocks noGrp="1"/>
          </p:cNvSpPr>
          <p:nvPr>
            <p:ph type="body" idx="3"/>
          </p:nvPr>
        </p:nvSpPr>
        <p:spPr>
          <a:xfrm>
            <a:off x="199440" y="3915000"/>
            <a:ext cx="5747760" cy="257292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lvl1pPr>
            <a:lvl2pPr marL="914400" lvl="1" indent="-228600">
              <a:spcBef>
                <a:spcPts val="0"/>
              </a:spcBef>
              <a:spcAft>
                <a:spcPts val="0"/>
              </a:spcAft>
              <a:buSzPts val="1400"/>
              <a:buNone/>
            </a:lvl2pPr>
            <a:lvl3pPr marL="1371600" lvl="2" indent="-228600">
              <a:spcBef>
                <a:spcPts val="0"/>
              </a:spcBef>
              <a:spcAft>
                <a:spcPts val="0"/>
              </a:spcAft>
              <a:buSzPts val="1400"/>
              <a:buNone/>
            </a:lvl3pPr>
            <a:lvl4pPr marL="1828800" lvl="3" indent="-228600">
              <a:spcBef>
                <a:spcPts val="0"/>
              </a:spcBef>
              <a:spcAft>
                <a:spcPts val="0"/>
              </a:spcAft>
              <a:buSzPts val="1400"/>
              <a:buNone/>
            </a:lvl4pPr>
            <a:lvl5pPr marL="2286000" lvl="4" indent="-228600">
              <a:spcBef>
                <a:spcPts val="0"/>
              </a:spcBef>
              <a:spcAft>
                <a:spcPts val="0"/>
              </a:spcAft>
              <a:buSzPts val="1400"/>
              <a:buNone/>
            </a:lvl5pPr>
            <a:lvl6pPr marL="2743200" lvl="5" indent="-228600">
              <a:spcBef>
                <a:spcPts val="0"/>
              </a:spcBef>
              <a:spcAft>
                <a:spcPts val="0"/>
              </a:spcAft>
              <a:buSzPts val="1400"/>
              <a:buNone/>
            </a:lvl6pPr>
            <a:lvl7pPr marL="3200400" lvl="6" indent="-228600">
              <a:spcBef>
                <a:spcPts val="0"/>
              </a:spcBef>
              <a:spcAft>
                <a:spcPts val="0"/>
              </a:spcAft>
              <a:buSzPts val="1400"/>
              <a:buNone/>
            </a:lvl7pPr>
            <a:lvl8pPr marL="3657600" lvl="7" indent="-228600">
              <a:spcBef>
                <a:spcPts val="0"/>
              </a:spcBef>
              <a:spcAft>
                <a:spcPts val="0"/>
              </a:spcAft>
              <a:buSzPts val="1400"/>
              <a:buNone/>
            </a:lvl8pPr>
            <a:lvl9pPr marL="4114800" lvl="8" indent="-228600">
              <a:spcBef>
                <a:spcPts val="0"/>
              </a:spcBef>
              <a:spcAft>
                <a:spcPts val="0"/>
              </a:spcAft>
              <a:buSzPts val="1400"/>
              <a:buNone/>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100"/>
        <p:cNvGrpSpPr/>
        <p:nvPr/>
      </p:nvGrpSpPr>
      <p:grpSpPr>
        <a:xfrm>
          <a:off x="0" y="0"/>
          <a:ext cx="0" cy="0"/>
          <a:chOff x="0" y="0"/>
          <a:chExt cx="0" cy="0"/>
        </a:xfrm>
      </p:grpSpPr>
      <p:sp>
        <p:nvSpPr>
          <p:cNvPr id="1048665" name="Google Shape;101;p34"/>
          <p:cNvSpPr txBox="1">
            <a:spLocks noGrp="1"/>
          </p:cNvSpPr>
          <p:nvPr>
            <p:ph type="title"/>
          </p:nvPr>
        </p:nvSpPr>
        <p:spPr>
          <a:xfrm>
            <a:off x="0" y="232920"/>
            <a:ext cx="12191760" cy="714600"/>
          </a:xfrm>
          <a:prstGeom prst="rect">
            <a:avLst/>
          </a:prstGeom>
          <a:noFill/>
          <a:ln>
            <a:noFill/>
          </a:ln>
          <a:effectLst>
            <a:outerShdw blurRad="44280" dist="28080" dir="5400000" rotWithShape="0">
              <a:srgbClr val="000000">
                <a:alpha val="31764"/>
              </a:srgbClr>
            </a:outerShdw>
          </a:effectLst>
        </p:spPr>
        <p:txBody>
          <a:bodyPr spcFirstLastPara="1" wrap="square" lIns="0" tIns="0" rIns="0" bIns="0" anchor="ctr" anchorCtr="0">
            <a:noAutofit/>
          </a:bodyPr>
          <a:lstStyle>
            <a:lvl1pPr lvl="0">
              <a:spcBef>
                <a:spcPts val="0"/>
              </a:spcBef>
              <a:spcAft>
                <a:spcPts val="0"/>
              </a:spcAft>
              <a:buSzPts val="14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666" name="Google Shape;102;p34"/>
          <p:cNvSpPr txBox="1">
            <a:spLocks noGrp="1"/>
          </p:cNvSpPr>
          <p:nvPr>
            <p:ph type="body" idx="1"/>
          </p:nvPr>
        </p:nvSpPr>
        <p:spPr>
          <a:xfrm>
            <a:off x="199440" y="1097280"/>
            <a:ext cx="5747760" cy="539460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lvl1pPr>
            <a:lvl2pPr marL="914400" lvl="1" indent="-228600">
              <a:spcBef>
                <a:spcPts val="0"/>
              </a:spcBef>
              <a:spcAft>
                <a:spcPts val="0"/>
              </a:spcAft>
              <a:buSzPts val="1400"/>
              <a:buNone/>
            </a:lvl2pPr>
            <a:lvl3pPr marL="1371600" lvl="2" indent="-228600">
              <a:spcBef>
                <a:spcPts val="0"/>
              </a:spcBef>
              <a:spcAft>
                <a:spcPts val="0"/>
              </a:spcAft>
              <a:buSzPts val="1400"/>
              <a:buNone/>
            </a:lvl3pPr>
            <a:lvl4pPr marL="1828800" lvl="3" indent="-228600">
              <a:spcBef>
                <a:spcPts val="0"/>
              </a:spcBef>
              <a:spcAft>
                <a:spcPts val="0"/>
              </a:spcAft>
              <a:buSzPts val="1400"/>
              <a:buNone/>
            </a:lvl4pPr>
            <a:lvl5pPr marL="2286000" lvl="4" indent="-228600">
              <a:spcBef>
                <a:spcPts val="0"/>
              </a:spcBef>
              <a:spcAft>
                <a:spcPts val="0"/>
              </a:spcAft>
              <a:buSzPts val="1400"/>
              <a:buNone/>
            </a:lvl5pPr>
            <a:lvl6pPr marL="2743200" lvl="5" indent="-228600">
              <a:spcBef>
                <a:spcPts val="0"/>
              </a:spcBef>
              <a:spcAft>
                <a:spcPts val="0"/>
              </a:spcAft>
              <a:buSzPts val="1400"/>
              <a:buNone/>
            </a:lvl6pPr>
            <a:lvl7pPr marL="3200400" lvl="6" indent="-228600">
              <a:spcBef>
                <a:spcPts val="0"/>
              </a:spcBef>
              <a:spcAft>
                <a:spcPts val="0"/>
              </a:spcAft>
              <a:buSzPts val="1400"/>
              <a:buNone/>
            </a:lvl7pPr>
            <a:lvl8pPr marL="3657600" lvl="7" indent="-228600">
              <a:spcBef>
                <a:spcPts val="0"/>
              </a:spcBef>
              <a:spcAft>
                <a:spcPts val="0"/>
              </a:spcAft>
              <a:buSzPts val="1400"/>
              <a:buNone/>
            </a:lvl8pPr>
            <a:lvl9pPr marL="4114800" lvl="8" indent="-228600">
              <a:spcBef>
                <a:spcPts val="0"/>
              </a:spcBef>
              <a:spcAft>
                <a:spcPts val="0"/>
              </a:spcAft>
              <a:buSzPts val="1400"/>
              <a:buNone/>
            </a:lvl9pPr>
          </a:lstStyle>
          <a:p>
            <a:endParaRPr/>
          </a:p>
        </p:txBody>
      </p:sp>
      <p:sp>
        <p:nvSpPr>
          <p:cNvPr id="1048667" name="Google Shape;103;p34"/>
          <p:cNvSpPr txBox="1">
            <a:spLocks noGrp="1"/>
          </p:cNvSpPr>
          <p:nvPr>
            <p:ph type="body" idx="2"/>
          </p:nvPr>
        </p:nvSpPr>
        <p:spPr>
          <a:xfrm>
            <a:off x="6234840" y="1097280"/>
            <a:ext cx="5747760" cy="257292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lvl1pPr>
            <a:lvl2pPr marL="914400" lvl="1" indent="-228600">
              <a:spcBef>
                <a:spcPts val="0"/>
              </a:spcBef>
              <a:spcAft>
                <a:spcPts val="0"/>
              </a:spcAft>
              <a:buSzPts val="1400"/>
              <a:buNone/>
            </a:lvl2pPr>
            <a:lvl3pPr marL="1371600" lvl="2" indent="-228600">
              <a:spcBef>
                <a:spcPts val="0"/>
              </a:spcBef>
              <a:spcAft>
                <a:spcPts val="0"/>
              </a:spcAft>
              <a:buSzPts val="1400"/>
              <a:buNone/>
            </a:lvl3pPr>
            <a:lvl4pPr marL="1828800" lvl="3" indent="-228600">
              <a:spcBef>
                <a:spcPts val="0"/>
              </a:spcBef>
              <a:spcAft>
                <a:spcPts val="0"/>
              </a:spcAft>
              <a:buSzPts val="1400"/>
              <a:buNone/>
            </a:lvl4pPr>
            <a:lvl5pPr marL="2286000" lvl="4" indent="-228600">
              <a:spcBef>
                <a:spcPts val="0"/>
              </a:spcBef>
              <a:spcAft>
                <a:spcPts val="0"/>
              </a:spcAft>
              <a:buSzPts val="1400"/>
              <a:buNone/>
            </a:lvl5pPr>
            <a:lvl6pPr marL="2743200" lvl="5" indent="-228600">
              <a:spcBef>
                <a:spcPts val="0"/>
              </a:spcBef>
              <a:spcAft>
                <a:spcPts val="0"/>
              </a:spcAft>
              <a:buSzPts val="1400"/>
              <a:buNone/>
            </a:lvl6pPr>
            <a:lvl7pPr marL="3200400" lvl="6" indent="-228600">
              <a:spcBef>
                <a:spcPts val="0"/>
              </a:spcBef>
              <a:spcAft>
                <a:spcPts val="0"/>
              </a:spcAft>
              <a:buSzPts val="1400"/>
              <a:buNone/>
            </a:lvl7pPr>
            <a:lvl8pPr marL="3657600" lvl="7" indent="-228600">
              <a:spcBef>
                <a:spcPts val="0"/>
              </a:spcBef>
              <a:spcAft>
                <a:spcPts val="0"/>
              </a:spcAft>
              <a:buSzPts val="1400"/>
              <a:buNone/>
            </a:lvl8pPr>
            <a:lvl9pPr marL="4114800" lvl="8" indent="-228600">
              <a:spcBef>
                <a:spcPts val="0"/>
              </a:spcBef>
              <a:spcAft>
                <a:spcPts val="0"/>
              </a:spcAft>
              <a:buSzPts val="1400"/>
              <a:buNone/>
            </a:lvl9pPr>
          </a:lstStyle>
          <a:p>
            <a:endParaRPr/>
          </a:p>
        </p:txBody>
      </p:sp>
      <p:sp>
        <p:nvSpPr>
          <p:cNvPr id="1048668" name="Google Shape;104;p34"/>
          <p:cNvSpPr txBox="1">
            <a:spLocks noGrp="1"/>
          </p:cNvSpPr>
          <p:nvPr>
            <p:ph type="body" idx="3"/>
          </p:nvPr>
        </p:nvSpPr>
        <p:spPr>
          <a:xfrm>
            <a:off x="6234840" y="3915000"/>
            <a:ext cx="5747760" cy="257292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lvl1pPr>
            <a:lvl2pPr marL="914400" lvl="1" indent="-228600">
              <a:spcBef>
                <a:spcPts val="0"/>
              </a:spcBef>
              <a:spcAft>
                <a:spcPts val="0"/>
              </a:spcAft>
              <a:buSzPts val="1400"/>
              <a:buNone/>
            </a:lvl2pPr>
            <a:lvl3pPr marL="1371600" lvl="2" indent="-228600">
              <a:spcBef>
                <a:spcPts val="0"/>
              </a:spcBef>
              <a:spcAft>
                <a:spcPts val="0"/>
              </a:spcAft>
              <a:buSzPts val="1400"/>
              <a:buNone/>
            </a:lvl3pPr>
            <a:lvl4pPr marL="1828800" lvl="3" indent="-228600">
              <a:spcBef>
                <a:spcPts val="0"/>
              </a:spcBef>
              <a:spcAft>
                <a:spcPts val="0"/>
              </a:spcAft>
              <a:buSzPts val="1400"/>
              <a:buNone/>
            </a:lvl4pPr>
            <a:lvl5pPr marL="2286000" lvl="4" indent="-228600">
              <a:spcBef>
                <a:spcPts val="0"/>
              </a:spcBef>
              <a:spcAft>
                <a:spcPts val="0"/>
              </a:spcAft>
              <a:buSzPts val="1400"/>
              <a:buNone/>
            </a:lvl5pPr>
            <a:lvl6pPr marL="2743200" lvl="5" indent="-228600">
              <a:spcBef>
                <a:spcPts val="0"/>
              </a:spcBef>
              <a:spcAft>
                <a:spcPts val="0"/>
              </a:spcAft>
              <a:buSzPts val="1400"/>
              <a:buNone/>
            </a:lvl6pPr>
            <a:lvl7pPr marL="3200400" lvl="6" indent="-228600">
              <a:spcBef>
                <a:spcPts val="0"/>
              </a:spcBef>
              <a:spcAft>
                <a:spcPts val="0"/>
              </a:spcAft>
              <a:buSzPts val="1400"/>
              <a:buNone/>
            </a:lvl7pPr>
            <a:lvl8pPr marL="3657600" lvl="7" indent="-228600">
              <a:spcBef>
                <a:spcPts val="0"/>
              </a:spcBef>
              <a:spcAft>
                <a:spcPts val="0"/>
              </a:spcAft>
              <a:buSzPts val="1400"/>
              <a:buNone/>
            </a:lvl8pPr>
            <a:lvl9pPr marL="4114800" lvl="8" indent="-228600">
              <a:spcBef>
                <a:spcPts val="0"/>
              </a:spcBef>
              <a:spcAft>
                <a:spcPts val="0"/>
              </a:spcAft>
              <a:buSzPts val="1400"/>
              <a:buNone/>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105"/>
        <p:cNvGrpSpPr/>
        <p:nvPr/>
      </p:nvGrpSpPr>
      <p:grpSpPr>
        <a:xfrm>
          <a:off x="0" y="0"/>
          <a:ext cx="0" cy="0"/>
          <a:chOff x="0" y="0"/>
          <a:chExt cx="0" cy="0"/>
        </a:xfrm>
      </p:grpSpPr>
      <p:sp>
        <p:nvSpPr>
          <p:cNvPr id="1048669" name="Google Shape;106;p35"/>
          <p:cNvSpPr txBox="1">
            <a:spLocks noGrp="1"/>
          </p:cNvSpPr>
          <p:nvPr>
            <p:ph type="title"/>
          </p:nvPr>
        </p:nvSpPr>
        <p:spPr>
          <a:xfrm>
            <a:off x="0" y="232920"/>
            <a:ext cx="12191760" cy="714600"/>
          </a:xfrm>
          <a:prstGeom prst="rect">
            <a:avLst/>
          </a:prstGeom>
          <a:noFill/>
          <a:ln>
            <a:noFill/>
          </a:ln>
          <a:effectLst>
            <a:outerShdw blurRad="44280" dist="28080" dir="5400000" rotWithShape="0">
              <a:srgbClr val="000000">
                <a:alpha val="31764"/>
              </a:srgbClr>
            </a:outerShdw>
          </a:effectLst>
        </p:spPr>
        <p:txBody>
          <a:bodyPr spcFirstLastPara="1" wrap="square" lIns="0" tIns="0" rIns="0" bIns="0" anchor="ctr" anchorCtr="0">
            <a:noAutofit/>
          </a:bodyPr>
          <a:lstStyle>
            <a:lvl1pPr lvl="0">
              <a:spcBef>
                <a:spcPts val="0"/>
              </a:spcBef>
              <a:spcAft>
                <a:spcPts val="0"/>
              </a:spcAft>
              <a:buSzPts val="14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670" name="Google Shape;107;p35"/>
          <p:cNvSpPr txBox="1">
            <a:spLocks noGrp="1"/>
          </p:cNvSpPr>
          <p:nvPr>
            <p:ph type="body" idx="1"/>
          </p:nvPr>
        </p:nvSpPr>
        <p:spPr>
          <a:xfrm>
            <a:off x="199440" y="1097280"/>
            <a:ext cx="5747760" cy="257292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lvl1pPr>
            <a:lvl2pPr marL="914400" lvl="1" indent="-228600">
              <a:spcBef>
                <a:spcPts val="0"/>
              </a:spcBef>
              <a:spcAft>
                <a:spcPts val="0"/>
              </a:spcAft>
              <a:buSzPts val="1400"/>
              <a:buNone/>
            </a:lvl2pPr>
            <a:lvl3pPr marL="1371600" lvl="2" indent="-228600">
              <a:spcBef>
                <a:spcPts val="0"/>
              </a:spcBef>
              <a:spcAft>
                <a:spcPts val="0"/>
              </a:spcAft>
              <a:buSzPts val="1400"/>
              <a:buNone/>
            </a:lvl3pPr>
            <a:lvl4pPr marL="1828800" lvl="3" indent="-228600">
              <a:spcBef>
                <a:spcPts val="0"/>
              </a:spcBef>
              <a:spcAft>
                <a:spcPts val="0"/>
              </a:spcAft>
              <a:buSzPts val="1400"/>
              <a:buNone/>
            </a:lvl4pPr>
            <a:lvl5pPr marL="2286000" lvl="4" indent="-228600">
              <a:spcBef>
                <a:spcPts val="0"/>
              </a:spcBef>
              <a:spcAft>
                <a:spcPts val="0"/>
              </a:spcAft>
              <a:buSzPts val="1400"/>
              <a:buNone/>
            </a:lvl5pPr>
            <a:lvl6pPr marL="2743200" lvl="5" indent="-228600">
              <a:spcBef>
                <a:spcPts val="0"/>
              </a:spcBef>
              <a:spcAft>
                <a:spcPts val="0"/>
              </a:spcAft>
              <a:buSzPts val="1400"/>
              <a:buNone/>
            </a:lvl6pPr>
            <a:lvl7pPr marL="3200400" lvl="6" indent="-228600">
              <a:spcBef>
                <a:spcPts val="0"/>
              </a:spcBef>
              <a:spcAft>
                <a:spcPts val="0"/>
              </a:spcAft>
              <a:buSzPts val="1400"/>
              <a:buNone/>
            </a:lvl7pPr>
            <a:lvl8pPr marL="3657600" lvl="7" indent="-228600">
              <a:spcBef>
                <a:spcPts val="0"/>
              </a:spcBef>
              <a:spcAft>
                <a:spcPts val="0"/>
              </a:spcAft>
              <a:buSzPts val="1400"/>
              <a:buNone/>
            </a:lvl8pPr>
            <a:lvl9pPr marL="4114800" lvl="8" indent="-228600">
              <a:spcBef>
                <a:spcPts val="0"/>
              </a:spcBef>
              <a:spcAft>
                <a:spcPts val="0"/>
              </a:spcAft>
              <a:buSzPts val="1400"/>
              <a:buNone/>
            </a:lvl9pPr>
          </a:lstStyle>
          <a:p>
            <a:endParaRPr/>
          </a:p>
        </p:txBody>
      </p:sp>
      <p:sp>
        <p:nvSpPr>
          <p:cNvPr id="1048671" name="Google Shape;108;p35"/>
          <p:cNvSpPr txBox="1">
            <a:spLocks noGrp="1"/>
          </p:cNvSpPr>
          <p:nvPr>
            <p:ph type="body" idx="2"/>
          </p:nvPr>
        </p:nvSpPr>
        <p:spPr>
          <a:xfrm>
            <a:off x="6234840" y="1097280"/>
            <a:ext cx="5747760" cy="257292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lvl1pPr>
            <a:lvl2pPr marL="914400" lvl="1" indent="-228600">
              <a:spcBef>
                <a:spcPts val="0"/>
              </a:spcBef>
              <a:spcAft>
                <a:spcPts val="0"/>
              </a:spcAft>
              <a:buSzPts val="1400"/>
              <a:buNone/>
            </a:lvl2pPr>
            <a:lvl3pPr marL="1371600" lvl="2" indent="-228600">
              <a:spcBef>
                <a:spcPts val="0"/>
              </a:spcBef>
              <a:spcAft>
                <a:spcPts val="0"/>
              </a:spcAft>
              <a:buSzPts val="1400"/>
              <a:buNone/>
            </a:lvl3pPr>
            <a:lvl4pPr marL="1828800" lvl="3" indent="-228600">
              <a:spcBef>
                <a:spcPts val="0"/>
              </a:spcBef>
              <a:spcAft>
                <a:spcPts val="0"/>
              </a:spcAft>
              <a:buSzPts val="1400"/>
              <a:buNone/>
            </a:lvl4pPr>
            <a:lvl5pPr marL="2286000" lvl="4" indent="-228600">
              <a:spcBef>
                <a:spcPts val="0"/>
              </a:spcBef>
              <a:spcAft>
                <a:spcPts val="0"/>
              </a:spcAft>
              <a:buSzPts val="1400"/>
              <a:buNone/>
            </a:lvl5pPr>
            <a:lvl6pPr marL="2743200" lvl="5" indent="-228600">
              <a:spcBef>
                <a:spcPts val="0"/>
              </a:spcBef>
              <a:spcAft>
                <a:spcPts val="0"/>
              </a:spcAft>
              <a:buSzPts val="1400"/>
              <a:buNone/>
            </a:lvl6pPr>
            <a:lvl7pPr marL="3200400" lvl="6" indent="-228600">
              <a:spcBef>
                <a:spcPts val="0"/>
              </a:spcBef>
              <a:spcAft>
                <a:spcPts val="0"/>
              </a:spcAft>
              <a:buSzPts val="1400"/>
              <a:buNone/>
            </a:lvl7pPr>
            <a:lvl8pPr marL="3657600" lvl="7" indent="-228600">
              <a:spcBef>
                <a:spcPts val="0"/>
              </a:spcBef>
              <a:spcAft>
                <a:spcPts val="0"/>
              </a:spcAft>
              <a:buSzPts val="1400"/>
              <a:buNone/>
            </a:lvl8pPr>
            <a:lvl9pPr marL="4114800" lvl="8" indent="-228600">
              <a:spcBef>
                <a:spcPts val="0"/>
              </a:spcBef>
              <a:spcAft>
                <a:spcPts val="0"/>
              </a:spcAft>
              <a:buSzPts val="1400"/>
              <a:buNone/>
            </a:lvl9pPr>
          </a:lstStyle>
          <a:p>
            <a:endParaRPr/>
          </a:p>
        </p:txBody>
      </p:sp>
      <p:sp>
        <p:nvSpPr>
          <p:cNvPr id="1048672" name="Google Shape;109;p35"/>
          <p:cNvSpPr txBox="1">
            <a:spLocks noGrp="1"/>
          </p:cNvSpPr>
          <p:nvPr>
            <p:ph type="body" idx="3"/>
          </p:nvPr>
        </p:nvSpPr>
        <p:spPr>
          <a:xfrm>
            <a:off x="199440" y="3915000"/>
            <a:ext cx="11778840" cy="257292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lvl1pPr>
            <a:lvl2pPr marL="914400" lvl="1" indent="-228600">
              <a:spcBef>
                <a:spcPts val="0"/>
              </a:spcBef>
              <a:spcAft>
                <a:spcPts val="0"/>
              </a:spcAft>
              <a:buSzPts val="1400"/>
              <a:buNone/>
            </a:lvl2pPr>
            <a:lvl3pPr marL="1371600" lvl="2" indent="-228600">
              <a:spcBef>
                <a:spcPts val="0"/>
              </a:spcBef>
              <a:spcAft>
                <a:spcPts val="0"/>
              </a:spcAft>
              <a:buSzPts val="1400"/>
              <a:buNone/>
            </a:lvl3pPr>
            <a:lvl4pPr marL="1828800" lvl="3" indent="-228600">
              <a:spcBef>
                <a:spcPts val="0"/>
              </a:spcBef>
              <a:spcAft>
                <a:spcPts val="0"/>
              </a:spcAft>
              <a:buSzPts val="1400"/>
              <a:buNone/>
            </a:lvl4pPr>
            <a:lvl5pPr marL="2286000" lvl="4" indent="-228600">
              <a:spcBef>
                <a:spcPts val="0"/>
              </a:spcBef>
              <a:spcAft>
                <a:spcPts val="0"/>
              </a:spcAft>
              <a:buSzPts val="1400"/>
              <a:buNone/>
            </a:lvl5pPr>
            <a:lvl6pPr marL="2743200" lvl="5" indent="-228600">
              <a:spcBef>
                <a:spcPts val="0"/>
              </a:spcBef>
              <a:spcAft>
                <a:spcPts val="0"/>
              </a:spcAft>
              <a:buSzPts val="1400"/>
              <a:buNone/>
            </a:lvl6pPr>
            <a:lvl7pPr marL="3200400" lvl="6" indent="-228600">
              <a:spcBef>
                <a:spcPts val="0"/>
              </a:spcBef>
              <a:spcAft>
                <a:spcPts val="0"/>
              </a:spcAft>
              <a:buSzPts val="1400"/>
              <a:buNone/>
            </a:lvl7pPr>
            <a:lvl8pPr marL="3657600" lvl="7" indent="-228600">
              <a:spcBef>
                <a:spcPts val="0"/>
              </a:spcBef>
              <a:spcAft>
                <a:spcPts val="0"/>
              </a:spcAft>
              <a:buSzPts val="1400"/>
              <a:buNone/>
            </a:lvl8pPr>
            <a:lvl9pPr marL="4114800" lvl="8" indent="-228600">
              <a:spcBef>
                <a:spcPts val="0"/>
              </a:spcBef>
              <a:spcAft>
                <a:spcPts val="0"/>
              </a:spcAft>
              <a:buSzPts val="1400"/>
              <a:buNone/>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110"/>
        <p:cNvGrpSpPr/>
        <p:nvPr/>
      </p:nvGrpSpPr>
      <p:grpSpPr>
        <a:xfrm>
          <a:off x="0" y="0"/>
          <a:ext cx="0" cy="0"/>
          <a:chOff x="0" y="0"/>
          <a:chExt cx="0" cy="0"/>
        </a:xfrm>
      </p:grpSpPr>
      <p:sp>
        <p:nvSpPr>
          <p:cNvPr id="1048658" name="Google Shape;111;p36"/>
          <p:cNvSpPr txBox="1">
            <a:spLocks noGrp="1"/>
          </p:cNvSpPr>
          <p:nvPr>
            <p:ph type="title"/>
          </p:nvPr>
        </p:nvSpPr>
        <p:spPr>
          <a:xfrm>
            <a:off x="0" y="232920"/>
            <a:ext cx="12191760" cy="714600"/>
          </a:xfrm>
          <a:prstGeom prst="rect">
            <a:avLst/>
          </a:prstGeom>
          <a:noFill/>
          <a:ln>
            <a:noFill/>
          </a:ln>
          <a:effectLst>
            <a:outerShdw blurRad="44280" dist="28080" dir="5400000" rotWithShape="0">
              <a:srgbClr val="000000">
                <a:alpha val="31764"/>
              </a:srgbClr>
            </a:outerShdw>
          </a:effectLst>
        </p:spPr>
        <p:txBody>
          <a:bodyPr spcFirstLastPara="1" wrap="square" lIns="0" tIns="0" rIns="0" bIns="0" anchor="ctr" anchorCtr="0">
            <a:noAutofit/>
          </a:bodyPr>
          <a:lstStyle>
            <a:lvl1pPr lvl="0">
              <a:spcBef>
                <a:spcPts val="0"/>
              </a:spcBef>
              <a:spcAft>
                <a:spcPts val="0"/>
              </a:spcAft>
              <a:buSzPts val="14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659" name="Google Shape;112;p36"/>
          <p:cNvSpPr txBox="1">
            <a:spLocks noGrp="1"/>
          </p:cNvSpPr>
          <p:nvPr>
            <p:ph type="body" idx="1"/>
          </p:nvPr>
        </p:nvSpPr>
        <p:spPr>
          <a:xfrm>
            <a:off x="199440" y="1097280"/>
            <a:ext cx="11778840" cy="257292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lvl1pPr>
            <a:lvl2pPr marL="914400" lvl="1" indent="-228600">
              <a:spcBef>
                <a:spcPts val="0"/>
              </a:spcBef>
              <a:spcAft>
                <a:spcPts val="0"/>
              </a:spcAft>
              <a:buSzPts val="1400"/>
              <a:buNone/>
            </a:lvl2pPr>
            <a:lvl3pPr marL="1371600" lvl="2" indent="-228600">
              <a:spcBef>
                <a:spcPts val="0"/>
              </a:spcBef>
              <a:spcAft>
                <a:spcPts val="0"/>
              </a:spcAft>
              <a:buSzPts val="1400"/>
              <a:buNone/>
            </a:lvl3pPr>
            <a:lvl4pPr marL="1828800" lvl="3" indent="-228600">
              <a:spcBef>
                <a:spcPts val="0"/>
              </a:spcBef>
              <a:spcAft>
                <a:spcPts val="0"/>
              </a:spcAft>
              <a:buSzPts val="1400"/>
              <a:buNone/>
            </a:lvl4pPr>
            <a:lvl5pPr marL="2286000" lvl="4" indent="-228600">
              <a:spcBef>
                <a:spcPts val="0"/>
              </a:spcBef>
              <a:spcAft>
                <a:spcPts val="0"/>
              </a:spcAft>
              <a:buSzPts val="1400"/>
              <a:buNone/>
            </a:lvl5pPr>
            <a:lvl6pPr marL="2743200" lvl="5" indent="-228600">
              <a:spcBef>
                <a:spcPts val="0"/>
              </a:spcBef>
              <a:spcAft>
                <a:spcPts val="0"/>
              </a:spcAft>
              <a:buSzPts val="1400"/>
              <a:buNone/>
            </a:lvl6pPr>
            <a:lvl7pPr marL="3200400" lvl="6" indent="-228600">
              <a:spcBef>
                <a:spcPts val="0"/>
              </a:spcBef>
              <a:spcAft>
                <a:spcPts val="0"/>
              </a:spcAft>
              <a:buSzPts val="1400"/>
              <a:buNone/>
            </a:lvl7pPr>
            <a:lvl8pPr marL="3657600" lvl="7" indent="-228600">
              <a:spcBef>
                <a:spcPts val="0"/>
              </a:spcBef>
              <a:spcAft>
                <a:spcPts val="0"/>
              </a:spcAft>
              <a:buSzPts val="1400"/>
              <a:buNone/>
            </a:lvl8pPr>
            <a:lvl9pPr marL="4114800" lvl="8" indent="-228600">
              <a:spcBef>
                <a:spcPts val="0"/>
              </a:spcBef>
              <a:spcAft>
                <a:spcPts val="0"/>
              </a:spcAft>
              <a:buSzPts val="1400"/>
              <a:buNone/>
            </a:lvl9pPr>
          </a:lstStyle>
          <a:p>
            <a:endParaRPr/>
          </a:p>
        </p:txBody>
      </p:sp>
      <p:sp>
        <p:nvSpPr>
          <p:cNvPr id="1048660" name="Google Shape;113;p36"/>
          <p:cNvSpPr txBox="1">
            <a:spLocks noGrp="1"/>
          </p:cNvSpPr>
          <p:nvPr>
            <p:ph type="body" idx="2"/>
          </p:nvPr>
        </p:nvSpPr>
        <p:spPr>
          <a:xfrm>
            <a:off x="199440" y="3915000"/>
            <a:ext cx="11778840" cy="257292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lvl1pPr>
            <a:lvl2pPr marL="914400" lvl="1" indent="-228600">
              <a:spcBef>
                <a:spcPts val="0"/>
              </a:spcBef>
              <a:spcAft>
                <a:spcPts val="0"/>
              </a:spcAft>
              <a:buSzPts val="1400"/>
              <a:buNone/>
            </a:lvl2pPr>
            <a:lvl3pPr marL="1371600" lvl="2" indent="-228600">
              <a:spcBef>
                <a:spcPts val="0"/>
              </a:spcBef>
              <a:spcAft>
                <a:spcPts val="0"/>
              </a:spcAft>
              <a:buSzPts val="1400"/>
              <a:buNone/>
            </a:lvl3pPr>
            <a:lvl4pPr marL="1828800" lvl="3" indent="-228600">
              <a:spcBef>
                <a:spcPts val="0"/>
              </a:spcBef>
              <a:spcAft>
                <a:spcPts val="0"/>
              </a:spcAft>
              <a:buSzPts val="1400"/>
              <a:buNone/>
            </a:lvl4pPr>
            <a:lvl5pPr marL="2286000" lvl="4" indent="-228600">
              <a:spcBef>
                <a:spcPts val="0"/>
              </a:spcBef>
              <a:spcAft>
                <a:spcPts val="0"/>
              </a:spcAft>
              <a:buSzPts val="1400"/>
              <a:buNone/>
            </a:lvl5pPr>
            <a:lvl6pPr marL="2743200" lvl="5" indent="-228600">
              <a:spcBef>
                <a:spcPts val="0"/>
              </a:spcBef>
              <a:spcAft>
                <a:spcPts val="0"/>
              </a:spcAft>
              <a:buSzPts val="1400"/>
              <a:buNone/>
            </a:lvl6pPr>
            <a:lvl7pPr marL="3200400" lvl="6" indent="-228600">
              <a:spcBef>
                <a:spcPts val="0"/>
              </a:spcBef>
              <a:spcAft>
                <a:spcPts val="0"/>
              </a:spcAft>
              <a:buSzPts val="1400"/>
              <a:buNone/>
            </a:lvl7pPr>
            <a:lvl8pPr marL="3657600" lvl="7" indent="-228600">
              <a:spcBef>
                <a:spcPts val="0"/>
              </a:spcBef>
              <a:spcAft>
                <a:spcPts val="0"/>
              </a:spcAft>
              <a:buSzPts val="1400"/>
              <a:buNone/>
            </a:lvl8pPr>
            <a:lvl9pPr marL="4114800" lvl="8" indent="-228600">
              <a:spcBef>
                <a:spcPts val="0"/>
              </a:spcBef>
              <a:spcAft>
                <a:spcPts val="0"/>
              </a:spcAft>
              <a:buSzPts val="1400"/>
              <a:buNone/>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114"/>
        <p:cNvGrpSpPr/>
        <p:nvPr/>
      </p:nvGrpSpPr>
      <p:grpSpPr>
        <a:xfrm>
          <a:off x="0" y="0"/>
          <a:ext cx="0" cy="0"/>
          <a:chOff x="0" y="0"/>
          <a:chExt cx="0" cy="0"/>
        </a:xfrm>
      </p:grpSpPr>
      <p:sp>
        <p:nvSpPr>
          <p:cNvPr id="1048646" name="Google Shape;115;p37"/>
          <p:cNvSpPr txBox="1">
            <a:spLocks noGrp="1"/>
          </p:cNvSpPr>
          <p:nvPr>
            <p:ph type="title"/>
          </p:nvPr>
        </p:nvSpPr>
        <p:spPr>
          <a:xfrm>
            <a:off x="0" y="232920"/>
            <a:ext cx="12191760" cy="714600"/>
          </a:xfrm>
          <a:prstGeom prst="rect">
            <a:avLst/>
          </a:prstGeom>
          <a:noFill/>
          <a:ln>
            <a:noFill/>
          </a:ln>
          <a:effectLst>
            <a:outerShdw blurRad="44280" dist="28080" dir="5400000" rotWithShape="0">
              <a:srgbClr val="000000">
                <a:alpha val="31764"/>
              </a:srgbClr>
            </a:outerShdw>
          </a:effectLst>
        </p:spPr>
        <p:txBody>
          <a:bodyPr spcFirstLastPara="1" wrap="square" lIns="0" tIns="0" rIns="0" bIns="0" anchor="ctr" anchorCtr="0">
            <a:noAutofit/>
          </a:bodyPr>
          <a:lstStyle>
            <a:lvl1pPr lvl="0">
              <a:spcBef>
                <a:spcPts val="0"/>
              </a:spcBef>
              <a:spcAft>
                <a:spcPts val="0"/>
              </a:spcAft>
              <a:buSzPts val="14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647" name="Google Shape;116;p37"/>
          <p:cNvSpPr txBox="1">
            <a:spLocks noGrp="1"/>
          </p:cNvSpPr>
          <p:nvPr>
            <p:ph type="body" idx="1"/>
          </p:nvPr>
        </p:nvSpPr>
        <p:spPr>
          <a:xfrm>
            <a:off x="199440" y="1097280"/>
            <a:ext cx="5747760" cy="257292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lvl1pPr>
            <a:lvl2pPr marL="914400" lvl="1" indent="-228600">
              <a:spcBef>
                <a:spcPts val="0"/>
              </a:spcBef>
              <a:spcAft>
                <a:spcPts val="0"/>
              </a:spcAft>
              <a:buSzPts val="1400"/>
              <a:buNone/>
            </a:lvl2pPr>
            <a:lvl3pPr marL="1371600" lvl="2" indent="-228600">
              <a:spcBef>
                <a:spcPts val="0"/>
              </a:spcBef>
              <a:spcAft>
                <a:spcPts val="0"/>
              </a:spcAft>
              <a:buSzPts val="1400"/>
              <a:buNone/>
            </a:lvl3pPr>
            <a:lvl4pPr marL="1828800" lvl="3" indent="-228600">
              <a:spcBef>
                <a:spcPts val="0"/>
              </a:spcBef>
              <a:spcAft>
                <a:spcPts val="0"/>
              </a:spcAft>
              <a:buSzPts val="1400"/>
              <a:buNone/>
            </a:lvl4pPr>
            <a:lvl5pPr marL="2286000" lvl="4" indent="-228600">
              <a:spcBef>
                <a:spcPts val="0"/>
              </a:spcBef>
              <a:spcAft>
                <a:spcPts val="0"/>
              </a:spcAft>
              <a:buSzPts val="1400"/>
              <a:buNone/>
            </a:lvl5pPr>
            <a:lvl6pPr marL="2743200" lvl="5" indent="-228600">
              <a:spcBef>
                <a:spcPts val="0"/>
              </a:spcBef>
              <a:spcAft>
                <a:spcPts val="0"/>
              </a:spcAft>
              <a:buSzPts val="1400"/>
              <a:buNone/>
            </a:lvl6pPr>
            <a:lvl7pPr marL="3200400" lvl="6" indent="-228600">
              <a:spcBef>
                <a:spcPts val="0"/>
              </a:spcBef>
              <a:spcAft>
                <a:spcPts val="0"/>
              </a:spcAft>
              <a:buSzPts val="1400"/>
              <a:buNone/>
            </a:lvl7pPr>
            <a:lvl8pPr marL="3657600" lvl="7" indent="-228600">
              <a:spcBef>
                <a:spcPts val="0"/>
              </a:spcBef>
              <a:spcAft>
                <a:spcPts val="0"/>
              </a:spcAft>
              <a:buSzPts val="1400"/>
              <a:buNone/>
            </a:lvl8pPr>
            <a:lvl9pPr marL="4114800" lvl="8" indent="-228600">
              <a:spcBef>
                <a:spcPts val="0"/>
              </a:spcBef>
              <a:spcAft>
                <a:spcPts val="0"/>
              </a:spcAft>
              <a:buSzPts val="1400"/>
              <a:buNone/>
            </a:lvl9pPr>
          </a:lstStyle>
          <a:p>
            <a:endParaRPr/>
          </a:p>
        </p:txBody>
      </p:sp>
      <p:sp>
        <p:nvSpPr>
          <p:cNvPr id="1048648" name="Google Shape;117;p37"/>
          <p:cNvSpPr txBox="1">
            <a:spLocks noGrp="1"/>
          </p:cNvSpPr>
          <p:nvPr>
            <p:ph type="body" idx="2"/>
          </p:nvPr>
        </p:nvSpPr>
        <p:spPr>
          <a:xfrm>
            <a:off x="6234840" y="1097280"/>
            <a:ext cx="5747760" cy="257292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lvl1pPr>
            <a:lvl2pPr marL="914400" lvl="1" indent="-228600">
              <a:spcBef>
                <a:spcPts val="0"/>
              </a:spcBef>
              <a:spcAft>
                <a:spcPts val="0"/>
              </a:spcAft>
              <a:buSzPts val="1400"/>
              <a:buNone/>
            </a:lvl2pPr>
            <a:lvl3pPr marL="1371600" lvl="2" indent="-228600">
              <a:spcBef>
                <a:spcPts val="0"/>
              </a:spcBef>
              <a:spcAft>
                <a:spcPts val="0"/>
              </a:spcAft>
              <a:buSzPts val="1400"/>
              <a:buNone/>
            </a:lvl3pPr>
            <a:lvl4pPr marL="1828800" lvl="3" indent="-228600">
              <a:spcBef>
                <a:spcPts val="0"/>
              </a:spcBef>
              <a:spcAft>
                <a:spcPts val="0"/>
              </a:spcAft>
              <a:buSzPts val="1400"/>
              <a:buNone/>
            </a:lvl4pPr>
            <a:lvl5pPr marL="2286000" lvl="4" indent="-228600">
              <a:spcBef>
                <a:spcPts val="0"/>
              </a:spcBef>
              <a:spcAft>
                <a:spcPts val="0"/>
              </a:spcAft>
              <a:buSzPts val="1400"/>
              <a:buNone/>
            </a:lvl5pPr>
            <a:lvl6pPr marL="2743200" lvl="5" indent="-228600">
              <a:spcBef>
                <a:spcPts val="0"/>
              </a:spcBef>
              <a:spcAft>
                <a:spcPts val="0"/>
              </a:spcAft>
              <a:buSzPts val="1400"/>
              <a:buNone/>
            </a:lvl6pPr>
            <a:lvl7pPr marL="3200400" lvl="6" indent="-228600">
              <a:spcBef>
                <a:spcPts val="0"/>
              </a:spcBef>
              <a:spcAft>
                <a:spcPts val="0"/>
              </a:spcAft>
              <a:buSzPts val="1400"/>
              <a:buNone/>
            </a:lvl7pPr>
            <a:lvl8pPr marL="3657600" lvl="7" indent="-228600">
              <a:spcBef>
                <a:spcPts val="0"/>
              </a:spcBef>
              <a:spcAft>
                <a:spcPts val="0"/>
              </a:spcAft>
              <a:buSzPts val="1400"/>
              <a:buNone/>
            </a:lvl8pPr>
            <a:lvl9pPr marL="4114800" lvl="8" indent="-228600">
              <a:spcBef>
                <a:spcPts val="0"/>
              </a:spcBef>
              <a:spcAft>
                <a:spcPts val="0"/>
              </a:spcAft>
              <a:buSzPts val="1400"/>
              <a:buNone/>
            </a:lvl9pPr>
          </a:lstStyle>
          <a:p>
            <a:endParaRPr/>
          </a:p>
        </p:txBody>
      </p:sp>
      <p:sp>
        <p:nvSpPr>
          <p:cNvPr id="1048649" name="Google Shape;118;p37"/>
          <p:cNvSpPr txBox="1">
            <a:spLocks noGrp="1"/>
          </p:cNvSpPr>
          <p:nvPr>
            <p:ph type="body" idx="3"/>
          </p:nvPr>
        </p:nvSpPr>
        <p:spPr>
          <a:xfrm>
            <a:off x="199440" y="3915000"/>
            <a:ext cx="5747760" cy="257292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lvl1pPr>
            <a:lvl2pPr marL="914400" lvl="1" indent="-228600">
              <a:spcBef>
                <a:spcPts val="0"/>
              </a:spcBef>
              <a:spcAft>
                <a:spcPts val="0"/>
              </a:spcAft>
              <a:buSzPts val="1400"/>
              <a:buNone/>
            </a:lvl2pPr>
            <a:lvl3pPr marL="1371600" lvl="2" indent="-228600">
              <a:spcBef>
                <a:spcPts val="0"/>
              </a:spcBef>
              <a:spcAft>
                <a:spcPts val="0"/>
              </a:spcAft>
              <a:buSzPts val="1400"/>
              <a:buNone/>
            </a:lvl3pPr>
            <a:lvl4pPr marL="1828800" lvl="3" indent="-228600">
              <a:spcBef>
                <a:spcPts val="0"/>
              </a:spcBef>
              <a:spcAft>
                <a:spcPts val="0"/>
              </a:spcAft>
              <a:buSzPts val="1400"/>
              <a:buNone/>
            </a:lvl4pPr>
            <a:lvl5pPr marL="2286000" lvl="4" indent="-228600">
              <a:spcBef>
                <a:spcPts val="0"/>
              </a:spcBef>
              <a:spcAft>
                <a:spcPts val="0"/>
              </a:spcAft>
              <a:buSzPts val="1400"/>
              <a:buNone/>
            </a:lvl5pPr>
            <a:lvl6pPr marL="2743200" lvl="5" indent="-228600">
              <a:spcBef>
                <a:spcPts val="0"/>
              </a:spcBef>
              <a:spcAft>
                <a:spcPts val="0"/>
              </a:spcAft>
              <a:buSzPts val="1400"/>
              <a:buNone/>
            </a:lvl6pPr>
            <a:lvl7pPr marL="3200400" lvl="6" indent="-228600">
              <a:spcBef>
                <a:spcPts val="0"/>
              </a:spcBef>
              <a:spcAft>
                <a:spcPts val="0"/>
              </a:spcAft>
              <a:buSzPts val="1400"/>
              <a:buNone/>
            </a:lvl7pPr>
            <a:lvl8pPr marL="3657600" lvl="7" indent="-228600">
              <a:spcBef>
                <a:spcPts val="0"/>
              </a:spcBef>
              <a:spcAft>
                <a:spcPts val="0"/>
              </a:spcAft>
              <a:buSzPts val="1400"/>
              <a:buNone/>
            </a:lvl8pPr>
            <a:lvl9pPr marL="4114800" lvl="8" indent="-228600">
              <a:spcBef>
                <a:spcPts val="0"/>
              </a:spcBef>
              <a:spcAft>
                <a:spcPts val="0"/>
              </a:spcAft>
              <a:buSzPts val="1400"/>
              <a:buNone/>
            </a:lvl9pPr>
          </a:lstStyle>
          <a:p>
            <a:endParaRPr/>
          </a:p>
        </p:txBody>
      </p:sp>
      <p:sp>
        <p:nvSpPr>
          <p:cNvPr id="1048650" name="Google Shape;119;p37"/>
          <p:cNvSpPr txBox="1">
            <a:spLocks noGrp="1"/>
          </p:cNvSpPr>
          <p:nvPr>
            <p:ph type="body" idx="4"/>
          </p:nvPr>
        </p:nvSpPr>
        <p:spPr>
          <a:xfrm>
            <a:off x="6234840" y="3915000"/>
            <a:ext cx="5747760" cy="257292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lvl1pPr>
            <a:lvl2pPr marL="914400" lvl="1" indent="-228600">
              <a:spcBef>
                <a:spcPts val="0"/>
              </a:spcBef>
              <a:spcAft>
                <a:spcPts val="0"/>
              </a:spcAft>
              <a:buSzPts val="1400"/>
              <a:buNone/>
            </a:lvl2pPr>
            <a:lvl3pPr marL="1371600" lvl="2" indent="-228600">
              <a:spcBef>
                <a:spcPts val="0"/>
              </a:spcBef>
              <a:spcAft>
                <a:spcPts val="0"/>
              </a:spcAft>
              <a:buSzPts val="1400"/>
              <a:buNone/>
            </a:lvl3pPr>
            <a:lvl4pPr marL="1828800" lvl="3" indent="-228600">
              <a:spcBef>
                <a:spcPts val="0"/>
              </a:spcBef>
              <a:spcAft>
                <a:spcPts val="0"/>
              </a:spcAft>
              <a:buSzPts val="1400"/>
              <a:buNone/>
            </a:lvl4pPr>
            <a:lvl5pPr marL="2286000" lvl="4" indent="-228600">
              <a:spcBef>
                <a:spcPts val="0"/>
              </a:spcBef>
              <a:spcAft>
                <a:spcPts val="0"/>
              </a:spcAft>
              <a:buSzPts val="1400"/>
              <a:buNone/>
            </a:lvl5pPr>
            <a:lvl6pPr marL="2743200" lvl="5" indent="-228600">
              <a:spcBef>
                <a:spcPts val="0"/>
              </a:spcBef>
              <a:spcAft>
                <a:spcPts val="0"/>
              </a:spcAft>
              <a:buSzPts val="1400"/>
              <a:buNone/>
            </a:lvl6pPr>
            <a:lvl7pPr marL="3200400" lvl="6" indent="-228600">
              <a:spcBef>
                <a:spcPts val="0"/>
              </a:spcBef>
              <a:spcAft>
                <a:spcPts val="0"/>
              </a:spcAft>
              <a:buSzPts val="1400"/>
              <a:buNone/>
            </a:lvl7pPr>
            <a:lvl8pPr marL="3657600" lvl="7" indent="-228600">
              <a:spcBef>
                <a:spcPts val="0"/>
              </a:spcBef>
              <a:spcAft>
                <a:spcPts val="0"/>
              </a:spcAft>
              <a:buSzPts val="1400"/>
              <a:buNone/>
            </a:lvl8pPr>
            <a:lvl9pPr marL="4114800" lvl="8" indent="-228600">
              <a:spcBef>
                <a:spcPts val="0"/>
              </a:spcBef>
              <a:spcAft>
                <a:spcPts val="0"/>
              </a:spcAft>
              <a:buSzPts val="1400"/>
              <a:buNone/>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120"/>
        <p:cNvGrpSpPr/>
        <p:nvPr/>
      </p:nvGrpSpPr>
      <p:grpSpPr>
        <a:xfrm>
          <a:off x="0" y="0"/>
          <a:ext cx="0" cy="0"/>
          <a:chOff x="0" y="0"/>
          <a:chExt cx="0" cy="0"/>
        </a:xfrm>
      </p:grpSpPr>
      <p:sp>
        <p:nvSpPr>
          <p:cNvPr id="1048651" name="Google Shape;121;p38"/>
          <p:cNvSpPr txBox="1">
            <a:spLocks noGrp="1"/>
          </p:cNvSpPr>
          <p:nvPr>
            <p:ph type="title"/>
          </p:nvPr>
        </p:nvSpPr>
        <p:spPr>
          <a:xfrm>
            <a:off x="0" y="232920"/>
            <a:ext cx="12191760" cy="714600"/>
          </a:xfrm>
          <a:prstGeom prst="rect">
            <a:avLst/>
          </a:prstGeom>
          <a:noFill/>
          <a:ln>
            <a:noFill/>
          </a:ln>
          <a:effectLst>
            <a:outerShdw blurRad="44280" dist="28080" dir="5400000" rotWithShape="0">
              <a:srgbClr val="000000">
                <a:alpha val="31764"/>
              </a:srgbClr>
            </a:outerShdw>
          </a:effectLst>
        </p:spPr>
        <p:txBody>
          <a:bodyPr spcFirstLastPara="1" wrap="square" lIns="0" tIns="0" rIns="0" bIns="0" anchor="ctr" anchorCtr="0">
            <a:noAutofit/>
          </a:bodyPr>
          <a:lstStyle>
            <a:lvl1pPr lvl="0">
              <a:spcBef>
                <a:spcPts val="0"/>
              </a:spcBef>
              <a:spcAft>
                <a:spcPts val="0"/>
              </a:spcAft>
              <a:buSzPts val="14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652" name="Google Shape;122;p38"/>
          <p:cNvSpPr txBox="1">
            <a:spLocks noGrp="1"/>
          </p:cNvSpPr>
          <p:nvPr>
            <p:ph type="body" idx="1"/>
          </p:nvPr>
        </p:nvSpPr>
        <p:spPr>
          <a:xfrm>
            <a:off x="199440" y="1097280"/>
            <a:ext cx="3792600" cy="257292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lvl1pPr>
            <a:lvl2pPr marL="914400" lvl="1" indent="-228600">
              <a:spcBef>
                <a:spcPts val="0"/>
              </a:spcBef>
              <a:spcAft>
                <a:spcPts val="0"/>
              </a:spcAft>
              <a:buSzPts val="1400"/>
              <a:buNone/>
            </a:lvl2pPr>
            <a:lvl3pPr marL="1371600" lvl="2" indent="-228600">
              <a:spcBef>
                <a:spcPts val="0"/>
              </a:spcBef>
              <a:spcAft>
                <a:spcPts val="0"/>
              </a:spcAft>
              <a:buSzPts val="1400"/>
              <a:buNone/>
            </a:lvl3pPr>
            <a:lvl4pPr marL="1828800" lvl="3" indent="-228600">
              <a:spcBef>
                <a:spcPts val="0"/>
              </a:spcBef>
              <a:spcAft>
                <a:spcPts val="0"/>
              </a:spcAft>
              <a:buSzPts val="1400"/>
              <a:buNone/>
            </a:lvl4pPr>
            <a:lvl5pPr marL="2286000" lvl="4" indent="-228600">
              <a:spcBef>
                <a:spcPts val="0"/>
              </a:spcBef>
              <a:spcAft>
                <a:spcPts val="0"/>
              </a:spcAft>
              <a:buSzPts val="1400"/>
              <a:buNone/>
            </a:lvl5pPr>
            <a:lvl6pPr marL="2743200" lvl="5" indent="-228600">
              <a:spcBef>
                <a:spcPts val="0"/>
              </a:spcBef>
              <a:spcAft>
                <a:spcPts val="0"/>
              </a:spcAft>
              <a:buSzPts val="1400"/>
              <a:buNone/>
            </a:lvl6pPr>
            <a:lvl7pPr marL="3200400" lvl="6" indent="-228600">
              <a:spcBef>
                <a:spcPts val="0"/>
              </a:spcBef>
              <a:spcAft>
                <a:spcPts val="0"/>
              </a:spcAft>
              <a:buSzPts val="1400"/>
              <a:buNone/>
            </a:lvl7pPr>
            <a:lvl8pPr marL="3657600" lvl="7" indent="-228600">
              <a:spcBef>
                <a:spcPts val="0"/>
              </a:spcBef>
              <a:spcAft>
                <a:spcPts val="0"/>
              </a:spcAft>
              <a:buSzPts val="1400"/>
              <a:buNone/>
            </a:lvl8pPr>
            <a:lvl9pPr marL="4114800" lvl="8" indent="-228600">
              <a:spcBef>
                <a:spcPts val="0"/>
              </a:spcBef>
              <a:spcAft>
                <a:spcPts val="0"/>
              </a:spcAft>
              <a:buSzPts val="1400"/>
              <a:buNone/>
            </a:lvl9pPr>
          </a:lstStyle>
          <a:p>
            <a:endParaRPr/>
          </a:p>
        </p:txBody>
      </p:sp>
      <p:sp>
        <p:nvSpPr>
          <p:cNvPr id="1048653" name="Google Shape;123;p38"/>
          <p:cNvSpPr txBox="1">
            <a:spLocks noGrp="1"/>
          </p:cNvSpPr>
          <p:nvPr>
            <p:ph type="body" idx="2"/>
          </p:nvPr>
        </p:nvSpPr>
        <p:spPr>
          <a:xfrm>
            <a:off x="4182120" y="1097280"/>
            <a:ext cx="3792600" cy="257292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lvl1pPr>
            <a:lvl2pPr marL="914400" lvl="1" indent="-228600">
              <a:spcBef>
                <a:spcPts val="0"/>
              </a:spcBef>
              <a:spcAft>
                <a:spcPts val="0"/>
              </a:spcAft>
              <a:buSzPts val="1400"/>
              <a:buNone/>
            </a:lvl2pPr>
            <a:lvl3pPr marL="1371600" lvl="2" indent="-228600">
              <a:spcBef>
                <a:spcPts val="0"/>
              </a:spcBef>
              <a:spcAft>
                <a:spcPts val="0"/>
              </a:spcAft>
              <a:buSzPts val="1400"/>
              <a:buNone/>
            </a:lvl3pPr>
            <a:lvl4pPr marL="1828800" lvl="3" indent="-228600">
              <a:spcBef>
                <a:spcPts val="0"/>
              </a:spcBef>
              <a:spcAft>
                <a:spcPts val="0"/>
              </a:spcAft>
              <a:buSzPts val="1400"/>
              <a:buNone/>
            </a:lvl4pPr>
            <a:lvl5pPr marL="2286000" lvl="4" indent="-228600">
              <a:spcBef>
                <a:spcPts val="0"/>
              </a:spcBef>
              <a:spcAft>
                <a:spcPts val="0"/>
              </a:spcAft>
              <a:buSzPts val="1400"/>
              <a:buNone/>
            </a:lvl5pPr>
            <a:lvl6pPr marL="2743200" lvl="5" indent="-228600">
              <a:spcBef>
                <a:spcPts val="0"/>
              </a:spcBef>
              <a:spcAft>
                <a:spcPts val="0"/>
              </a:spcAft>
              <a:buSzPts val="1400"/>
              <a:buNone/>
            </a:lvl6pPr>
            <a:lvl7pPr marL="3200400" lvl="6" indent="-228600">
              <a:spcBef>
                <a:spcPts val="0"/>
              </a:spcBef>
              <a:spcAft>
                <a:spcPts val="0"/>
              </a:spcAft>
              <a:buSzPts val="1400"/>
              <a:buNone/>
            </a:lvl7pPr>
            <a:lvl8pPr marL="3657600" lvl="7" indent="-228600">
              <a:spcBef>
                <a:spcPts val="0"/>
              </a:spcBef>
              <a:spcAft>
                <a:spcPts val="0"/>
              </a:spcAft>
              <a:buSzPts val="1400"/>
              <a:buNone/>
            </a:lvl8pPr>
            <a:lvl9pPr marL="4114800" lvl="8" indent="-228600">
              <a:spcBef>
                <a:spcPts val="0"/>
              </a:spcBef>
              <a:spcAft>
                <a:spcPts val="0"/>
              </a:spcAft>
              <a:buSzPts val="1400"/>
              <a:buNone/>
            </a:lvl9pPr>
          </a:lstStyle>
          <a:p>
            <a:endParaRPr/>
          </a:p>
        </p:txBody>
      </p:sp>
      <p:sp>
        <p:nvSpPr>
          <p:cNvPr id="1048654" name="Google Shape;124;p38"/>
          <p:cNvSpPr txBox="1">
            <a:spLocks noGrp="1"/>
          </p:cNvSpPr>
          <p:nvPr>
            <p:ph type="body" idx="3"/>
          </p:nvPr>
        </p:nvSpPr>
        <p:spPr>
          <a:xfrm>
            <a:off x="8164800" y="1097280"/>
            <a:ext cx="3792600" cy="257292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lvl1pPr>
            <a:lvl2pPr marL="914400" lvl="1" indent="-228600">
              <a:spcBef>
                <a:spcPts val="0"/>
              </a:spcBef>
              <a:spcAft>
                <a:spcPts val="0"/>
              </a:spcAft>
              <a:buSzPts val="1400"/>
              <a:buNone/>
            </a:lvl2pPr>
            <a:lvl3pPr marL="1371600" lvl="2" indent="-228600">
              <a:spcBef>
                <a:spcPts val="0"/>
              </a:spcBef>
              <a:spcAft>
                <a:spcPts val="0"/>
              </a:spcAft>
              <a:buSzPts val="1400"/>
              <a:buNone/>
            </a:lvl3pPr>
            <a:lvl4pPr marL="1828800" lvl="3" indent="-228600">
              <a:spcBef>
                <a:spcPts val="0"/>
              </a:spcBef>
              <a:spcAft>
                <a:spcPts val="0"/>
              </a:spcAft>
              <a:buSzPts val="1400"/>
              <a:buNone/>
            </a:lvl4pPr>
            <a:lvl5pPr marL="2286000" lvl="4" indent="-228600">
              <a:spcBef>
                <a:spcPts val="0"/>
              </a:spcBef>
              <a:spcAft>
                <a:spcPts val="0"/>
              </a:spcAft>
              <a:buSzPts val="1400"/>
              <a:buNone/>
            </a:lvl5pPr>
            <a:lvl6pPr marL="2743200" lvl="5" indent="-228600">
              <a:spcBef>
                <a:spcPts val="0"/>
              </a:spcBef>
              <a:spcAft>
                <a:spcPts val="0"/>
              </a:spcAft>
              <a:buSzPts val="1400"/>
              <a:buNone/>
            </a:lvl6pPr>
            <a:lvl7pPr marL="3200400" lvl="6" indent="-228600">
              <a:spcBef>
                <a:spcPts val="0"/>
              </a:spcBef>
              <a:spcAft>
                <a:spcPts val="0"/>
              </a:spcAft>
              <a:buSzPts val="1400"/>
              <a:buNone/>
            </a:lvl7pPr>
            <a:lvl8pPr marL="3657600" lvl="7" indent="-228600">
              <a:spcBef>
                <a:spcPts val="0"/>
              </a:spcBef>
              <a:spcAft>
                <a:spcPts val="0"/>
              </a:spcAft>
              <a:buSzPts val="1400"/>
              <a:buNone/>
            </a:lvl8pPr>
            <a:lvl9pPr marL="4114800" lvl="8" indent="-228600">
              <a:spcBef>
                <a:spcPts val="0"/>
              </a:spcBef>
              <a:spcAft>
                <a:spcPts val="0"/>
              </a:spcAft>
              <a:buSzPts val="1400"/>
              <a:buNone/>
            </a:lvl9pPr>
          </a:lstStyle>
          <a:p>
            <a:endParaRPr/>
          </a:p>
        </p:txBody>
      </p:sp>
      <p:sp>
        <p:nvSpPr>
          <p:cNvPr id="1048655" name="Google Shape;125;p38"/>
          <p:cNvSpPr txBox="1">
            <a:spLocks noGrp="1"/>
          </p:cNvSpPr>
          <p:nvPr>
            <p:ph type="body" idx="4"/>
          </p:nvPr>
        </p:nvSpPr>
        <p:spPr>
          <a:xfrm>
            <a:off x="199440" y="3915000"/>
            <a:ext cx="3792600" cy="257292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lvl1pPr>
            <a:lvl2pPr marL="914400" lvl="1" indent="-228600">
              <a:spcBef>
                <a:spcPts val="0"/>
              </a:spcBef>
              <a:spcAft>
                <a:spcPts val="0"/>
              </a:spcAft>
              <a:buSzPts val="1400"/>
              <a:buNone/>
            </a:lvl2pPr>
            <a:lvl3pPr marL="1371600" lvl="2" indent="-228600">
              <a:spcBef>
                <a:spcPts val="0"/>
              </a:spcBef>
              <a:spcAft>
                <a:spcPts val="0"/>
              </a:spcAft>
              <a:buSzPts val="1400"/>
              <a:buNone/>
            </a:lvl3pPr>
            <a:lvl4pPr marL="1828800" lvl="3" indent="-228600">
              <a:spcBef>
                <a:spcPts val="0"/>
              </a:spcBef>
              <a:spcAft>
                <a:spcPts val="0"/>
              </a:spcAft>
              <a:buSzPts val="1400"/>
              <a:buNone/>
            </a:lvl4pPr>
            <a:lvl5pPr marL="2286000" lvl="4" indent="-228600">
              <a:spcBef>
                <a:spcPts val="0"/>
              </a:spcBef>
              <a:spcAft>
                <a:spcPts val="0"/>
              </a:spcAft>
              <a:buSzPts val="1400"/>
              <a:buNone/>
            </a:lvl5pPr>
            <a:lvl6pPr marL="2743200" lvl="5" indent="-228600">
              <a:spcBef>
                <a:spcPts val="0"/>
              </a:spcBef>
              <a:spcAft>
                <a:spcPts val="0"/>
              </a:spcAft>
              <a:buSzPts val="1400"/>
              <a:buNone/>
            </a:lvl6pPr>
            <a:lvl7pPr marL="3200400" lvl="6" indent="-228600">
              <a:spcBef>
                <a:spcPts val="0"/>
              </a:spcBef>
              <a:spcAft>
                <a:spcPts val="0"/>
              </a:spcAft>
              <a:buSzPts val="1400"/>
              <a:buNone/>
            </a:lvl7pPr>
            <a:lvl8pPr marL="3657600" lvl="7" indent="-228600">
              <a:spcBef>
                <a:spcPts val="0"/>
              </a:spcBef>
              <a:spcAft>
                <a:spcPts val="0"/>
              </a:spcAft>
              <a:buSzPts val="1400"/>
              <a:buNone/>
            </a:lvl8pPr>
            <a:lvl9pPr marL="4114800" lvl="8" indent="-228600">
              <a:spcBef>
                <a:spcPts val="0"/>
              </a:spcBef>
              <a:spcAft>
                <a:spcPts val="0"/>
              </a:spcAft>
              <a:buSzPts val="1400"/>
              <a:buNone/>
            </a:lvl9pPr>
          </a:lstStyle>
          <a:p>
            <a:endParaRPr/>
          </a:p>
        </p:txBody>
      </p:sp>
      <p:sp>
        <p:nvSpPr>
          <p:cNvPr id="1048656" name="Google Shape;126;p38"/>
          <p:cNvSpPr txBox="1">
            <a:spLocks noGrp="1"/>
          </p:cNvSpPr>
          <p:nvPr>
            <p:ph type="body" idx="5"/>
          </p:nvPr>
        </p:nvSpPr>
        <p:spPr>
          <a:xfrm>
            <a:off x="4182120" y="3915000"/>
            <a:ext cx="3792600" cy="257292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lvl1pPr>
            <a:lvl2pPr marL="914400" lvl="1" indent="-228600">
              <a:spcBef>
                <a:spcPts val="0"/>
              </a:spcBef>
              <a:spcAft>
                <a:spcPts val="0"/>
              </a:spcAft>
              <a:buSzPts val="1400"/>
              <a:buNone/>
            </a:lvl2pPr>
            <a:lvl3pPr marL="1371600" lvl="2" indent="-228600">
              <a:spcBef>
                <a:spcPts val="0"/>
              </a:spcBef>
              <a:spcAft>
                <a:spcPts val="0"/>
              </a:spcAft>
              <a:buSzPts val="1400"/>
              <a:buNone/>
            </a:lvl3pPr>
            <a:lvl4pPr marL="1828800" lvl="3" indent="-228600">
              <a:spcBef>
                <a:spcPts val="0"/>
              </a:spcBef>
              <a:spcAft>
                <a:spcPts val="0"/>
              </a:spcAft>
              <a:buSzPts val="1400"/>
              <a:buNone/>
            </a:lvl4pPr>
            <a:lvl5pPr marL="2286000" lvl="4" indent="-228600">
              <a:spcBef>
                <a:spcPts val="0"/>
              </a:spcBef>
              <a:spcAft>
                <a:spcPts val="0"/>
              </a:spcAft>
              <a:buSzPts val="1400"/>
              <a:buNone/>
            </a:lvl5pPr>
            <a:lvl6pPr marL="2743200" lvl="5" indent="-228600">
              <a:spcBef>
                <a:spcPts val="0"/>
              </a:spcBef>
              <a:spcAft>
                <a:spcPts val="0"/>
              </a:spcAft>
              <a:buSzPts val="1400"/>
              <a:buNone/>
            </a:lvl6pPr>
            <a:lvl7pPr marL="3200400" lvl="6" indent="-228600">
              <a:spcBef>
                <a:spcPts val="0"/>
              </a:spcBef>
              <a:spcAft>
                <a:spcPts val="0"/>
              </a:spcAft>
              <a:buSzPts val="1400"/>
              <a:buNone/>
            </a:lvl7pPr>
            <a:lvl8pPr marL="3657600" lvl="7" indent="-228600">
              <a:spcBef>
                <a:spcPts val="0"/>
              </a:spcBef>
              <a:spcAft>
                <a:spcPts val="0"/>
              </a:spcAft>
              <a:buSzPts val="1400"/>
              <a:buNone/>
            </a:lvl8pPr>
            <a:lvl9pPr marL="4114800" lvl="8" indent="-228600">
              <a:spcBef>
                <a:spcPts val="0"/>
              </a:spcBef>
              <a:spcAft>
                <a:spcPts val="0"/>
              </a:spcAft>
              <a:buSzPts val="1400"/>
              <a:buNone/>
            </a:lvl9pPr>
          </a:lstStyle>
          <a:p>
            <a:endParaRPr/>
          </a:p>
        </p:txBody>
      </p:sp>
      <p:sp>
        <p:nvSpPr>
          <p:cNvPr id="1048657" name="Google Shape;127;p38"/>
          <p:cNvSpPr txBox="1">
            <a:spLocks noGrp="1"/>
          </p:cNvSpPr>
          <p:nvPr>
            <p:ph type="body" idx="6"/>
          </p:nvPr>
        </p:nvSpPr>
        <p:spPr>
          <a:xfrm>
            <a:off x="8164800" y="3915000"/>
            <a:ext cx="3792600" cy="257292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lvl1pPr>
            <a:lvl2pPr marL="914400" lvl="1" indent="-228600">
              <a:spcBef>
                <a:spcPts val="0"/>
              </a:spcBef>
              <a:spcAft>
                <a:spcPts val="0"/>
              </a:spcAft>
              <a:buSzPts val="1400"/>
              <a:buNone/>
            </a:lvl2pPr>
            <a:lvl3pPr marL="1371600" lvl="2" indent="-228600">
              <a:spcBef>
                <a:spcPts val="0"/>
              </a:spcBef>
              <a:spcAft>
                <a:spcPts val="0"/>
              </a:spcAft>
              <a:buSzPts val="1400"/>
              <a:buNone/>
            </a:lvl3pPr>
            <a:lvl4pPr marL="1828800" lvl="3" indent="-228600">
              <a:spcBef>
                <a:spcPts val="0"/>
              </a:spcBef>
              <a:spcAft>
                <a:spcPts val="0"/>
              </a:spcAft>
              <a:buSzPts val="1400"/>
              <a:buNone/>
            </a:lvl4pPr>
            <a:lvl5pPr marL="2286000" lvl="4" indent="-228600">
              <a:spcBef>
                <a:spcPts val="0"/>
              </a:spcBef>
              <a:spcAft>
                <a:spcPts val="0"/>
              </a:spcAft>
              <a:buSzPts val="1400"/>
              <a:buNone/>
            </a:lvl5pPr>
            <a:lvl6pPr marL="2743200" lvl="5" indent="-228600">
              <a:spcBef>
                <a:spcPts val="0"/>
              </a:spcBef>
              <a:spcAft>
                <a:spcPts val="0"/>
              </a:spcAft>
              <a:buSzPts val="1400"/>
              <a:buNone/>
            </a:lvl6pPr>
            <a:lvl7pPr marL="3200400" lvl="6" indent="-228600">
              <a:spcBef>
                <a:spcPts val="0"/>
              </a:spcBef>
              <a:spcAft>
                <a:spcPts val="0"/>
              </a:spcAft>
              <a:buSzPts val="1400"/>
              <a:buNone/>
            </a:lvl7pPr>
            <a:lvl8pPr marL="3657600" lvl="7" indent="-228600">
              <a:spcBef>
                <a:spcPts val="0"/>
              </a:spcBef>
              <a:spcAft>
                <a:spcPts val="0"/>
              </a:spcAft>
              <a:buSzPts val="1400"/>
              <a:buNone/>
            </a:lvl8pPr>
            <a:lvl9pPr marL="4114800" lvl="8" indent="-228600">
              <a:spcBef>
                <a:spcPts val="0"/>
              </a:spcBef>
              <a:spcAft>
                <a:spcPts val="0"/>
              </a:spcAft>
              <a:buSzPts val="1400"/>
              <a:buNone/>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48611" name="Google Shape;10;p12"/>
          <p:cNvSpPr/>
          <p:nvPr/>
        </p:nvSpPr>
        <p:spPr>
          <a:xfrm>
            <a:off x="777240" y="6634440"/>
            <a:ext cx="5781600" cy="220680"/>
          </a:xfrm>
          <a:prstGeom prst="rect">
            <a:avLst/>
          </a:prstGeom>
          <a:solidFill>
            <a:srgbClr val="0020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612" name="Google Shape;11;p12"/>
          <p:cNvSpPr/>
          <p:nvPr/>
        </p:nvSpPr>
        <p:spPr>
          <a:xfrm>
            <a:off x="6559200" y="6634440"/>
            <a:ext cx="5194800" cy="220680"/>
          </a:xfrm>
          <a:prstGeom prst="rect">
            <a:avLst/>
          </a:prstGeom>
          <a:solidFill>
            <a:srgbClr val="0080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613" name="Google Shape;12;p12"/>
          <p:cNvSpPr/>
          <p:nvPr/>
        </p:nvSpPr>
        <p:spPr>
          <a:xfrm>
            <a:off x="11754360" y="6636960"/>
            <a:ext cx="437400" cy="22068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614" name="Google Shape;13;p12"/>
          <p:cNvSpPr/>
          <p:nvPr/>
        </p:nvSpPr>
        <p:spPr>
          <a:xfrm>
            <a:off x="0" y="0"/>
            <a:ext cx="12191760" cy="232560"/>
          </a:xfrm>
          <a:prstGeom prst="rect">
            <a:avLst/>
          </a:prstGeom>
          <a:solidFill>
            <a:srgbClr val="00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615" name="Google Shape;14;p12"/>
          <p:cNvSpPr/>
          <p:nvPr/>
        </p:nvSpPr>
        <p:spPr>
          <a:xfrm>
            <a:off x="0" y="6634440"/>
            <a:ext cx="776880" cy="221040"/>
          </a:xfrm>
          <a:prstGeom prst="rect">
            <a:avLst/>
          </a:prstGeom>
          <a:solidFill>
            <a:srgbClr val="C55A1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616" name="Google Shape;15;p12"/>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sz="18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48617" name="Google Shape;16;p12"/>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sz="1800"/>
            </a:lvl1pPr>
            <a:lvl2pPr marL="914400" lvl="1" indent="-228600">
              <a:spcBef>
                <a:spcPts val="0"/>
              </a:spcBef>
              <a:spcAft>
                <a:spcPts val="0"/>
              </a:spcAft>
              <a:buSzPts val="1400"/>
              <a:buNone/>
              <a:defRPr sz="1800"/>
            </a:lvl2pPr>
            <a:lvl3pPr marL="1371600" lvl="2" indent="-228600">
              <a:spcBef>
                <a:spcPts val="0"/>
              </a:spcBef>
              <a:spcAft>
                <a:spcPts val="0"/>
              </a:spcAft>
              <a:buSzPts val="1400"/>
              <a:buNone/>
              <a:defRPr sz="1800"/>
            </a:lvl3pPr>
            <a:lvl4pPr marL="1828800" lvl="3" indent="-228600">
              <a:spcBef>
                <a:spcPts val="0"/>
              </a:spcBef>
              <a:spcAft>
                <a:spcPts val="0"/>
              </a:spcAft>
              <a:buSzPts val="1400"/>
              <a:buNone/>
              <a:defRPr sz="1800"/>
            </a:lvl4pPr>
            <a:lvl5pPr marL="2286000" lvl="4" indent="-228600">
              <a:spcBef>
                <a:spcPts val="0"/>
              </a:spcBef>
              <a:spcAft>
                <a:spcPts val="0"/>
              </a:spcAft>
              <a:buSzPts val="1400"/>
              <a:buNone/>
              <a:defRPr sz="1800"/>
            </a:lvl5pPr>
            <a:lvl6pPr marL="2743200" lvl="5" indent="-228600">
              <a:spcBef>
                <a:spcPts val="0"/>
              </a:spcBef>
              <a:spcAft>
                <a:spcPts val="0"/>
              </a:spcAft>
              <a:buSzPts val="1400"/>
              <a:buNone/>
              <a:defRPr sz="1800"/>
            </a:lvl6pPr>
            <a:lvl7pPr marL="3200400" lvl="6" indent="-228600">
              <a:spcBef>
                <a:spcPts val="0"/>
              </a:spcBef>
              <a:spcAft>
                <a:spcPts val="0"/>
              </a:spcAft>
              <a:buSzPts val="1400"/>
              <a:buNone/>
              <a:defRPr sz="1800"/>
            </a:lvl7pPr>
            <a:lvl8pPr marL="3657600" lvl="7" indent="-228600">
              <a:spcBef>
                <a:spcPts val="0"/>
              </a:spcBef>
              <a:spcAft>
                <a:spcPts val="0"/>
              </a:spcAft>
              <a:buSzPts val="1400"/>
              <a:buNone/>
              <a:defRPr sz="1800"/>
            </a:lvl8pPr>
            <a:lvl9pPr marL="4114800" lvl="8" indent="-228600">
              <a:spcBef>
                <a:spcPts val="0"/>
              </a:spcBef>
              <a:spcAft>
                <a:spcPts val="0"/>
              </a:spcAft>
              <a:buSzPts val="1400"/>
              <a:buNone/>
              <a:defRPr sz="1800"/>
            </a:lvl9pPr>
          </a:lstStyle>
          <a:p>
            <a:endParaRPr/>
          </a:p>
        </p:txBody>
      </p:sp>
    </p:spTree>
  </p:cSld>
  <p:clrMap bg1="lt1" tx1="dk1" bg2="dk2" tx2="lt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1"/>
        <p:cNvGrpSpPr/>
        <p:nvPr/>
      </p:nvGrpSpPr>
      <p:grpSpPr>
        <a:xfrm>
          <a:off x="0" y="0"/>
          <a:ext cx="0" cy="0"/>
          <a:chOff x="0" y="0"/>
          <a:chExt cx="0" cy="0"/>
        </a:xfrm>
      </p:grpSpPr>
      <p:sp>
        <p:nvSpPr>
          <p:cNvPr id="1048576" name="Google Shape;72;p14"/>
          <p:cNvSpPr txBox="1">
            <a:spLocks noGrp="1"/>
          </p:cNvSpPr>
          <p:nvPr>
            <p:ph type="title"/>
          </p:nvPr>
        </p:nvSpPr>
        <p:spPr>
          <a:xfrm>
            <a:off x="0" y="232920"/>
            <a:ext cx="12191760" cy="714600"/>
          </a:xfrm>
          <a:prstGeom prst="rect">
            <a:avLst/>
          </a:prstGeom>
          <a:solidFill>
            <a:srgbClr val="FF6600"/>
          </a:solidFill>
          <a:ln>
            <a:noFill/>
          </a:ln>
          <a:effectLst>
            <a:outerShdw blurRad="44280" dist="28080" dir="5400000" rotWithShape="0">
              <a:srgbClr val="000000">
                <a:alpha val="31764"/>
              </a:srgbClr>
            </a:outerShdw>
          </a:effectLst>
        </p:spPr>
        <p:txBody>
          <a:bodyPr spcFirstLastPara="1" wrap="square" lIns="90000" tIns="45000" rIns="90000" bIns="45000" anchor="t" anchorCtr="0">
            <a:noAutofit/>
          </a:bodyPr>
          <a:lstStyle>
            <a:lvl1pPr lvl="0">
              <a:spcBef>
                <a:spcPts val="0"/>
              </a:spcBef>
              <a:spcAft>
                <a:spcPts val="0"/>
              </a:spcAft>
              <a:buSzPts val="1400"/>
              <a:buNone/>
              <a:defRPr sz="18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48577" name="Google Shape;73;p14"/>
          <p:cNvSpPr txBox="1">
            <a:spLocks noGrp="1"/>
          </p:cNvSpPr>
          <p:nvPr>
            <p:ph type="body" idx="1"/>
          </p:nvPr>
        </p:nvSpPr>
        <p:spPr>
          <a:xfrm>
            <a:off x="199440" y="1097280"/>
            <a:ext cx="11778840" cy="5394600"/>
          </a:xfrm>
          <a:prstGeom prst="rect">
            <a:avLst/>
          </a:prstGeom>
          <a:noFill/>
          <a:ln>
            <a:noFill/>
          </a:ln>
        </p:spPr>
        <p:txBody>
          <a:bodyPr spcFirstLastPara="1" wrap="square" lIns="91425" tIns="45700" rIns="91425" bIns="45700" anchor="t" anchorCtr="0">
            <a:noAutofit/>
          </a:bodyPr>
          <a:lstStyle>
            <a:lvl1pPr marL="457200" lvl="0" indent="-228600">
              <a:spcBef>
                <a:spcPts val="0"/>
              </a:spcBef>
              <a:spcAft>
                <a:spcPts val="0"/>
              </a:spcAft>
              <a:buSzPts val="1400"/>
              <a:buNone/>
              <a:defRPr sz="1800"/>
            </a:lvl1pPr>
            <a:lvl2pPr marL="914400" lvl="1" indent="-228600">
              <a:spcBef>
                <a:spcPts val="0"/>
              </a:spcBef>
              <a:spcAft>
                <a:spcPts val="0"/>
              </a:spcAft>
              <a:buSzPts val="1400"/>
              <a:buNone/>
              <a:defRPr sz="1800"/>
            </a:lvl2pPr>
            <a:lvl3pPr marL="1371600" lvl="2" indent="-228600">
              <a:spcBef>
                <a:spcPts val="0"/>
              </a:spcBef>
              <a:spcAft>
                <a:spcPts val="0"/>
              </a:spcAft>
              <a:buSzPts val="1400"/>
              <a:buNone/>
              <a:defRPr sz="1800"/>
            </a:lvl3pPr>
            <a:lvl4pPr marL="1828800" lvl="3" indent="-228600">
              <a:spcBef>
                <a:spcPts val="0"/>
              </a:spcBef>
              <a:spcAft>
                <a:spcPts val="0"/>
              </a:spcAft>
              <a:buSzPts val="1400"/>
              <a:buNone/>
              <a:defRPr sz="1800"/>
            </a:lvl4pPr>
            <a:lvl5pPr marL="2286000" lvl="4" indent="-228600">
              <a:spcBef>
                <a:spcPts val="0"/>
              </a:spcBef>
              <a:spcAft>
                <a:spcPts val="0"/>
              </a:spcAft>
              <a:buSzPts val="1400"/>
              <a:buNone/>
              <a:defRPr sz="1800"/>
            </a:lvl5pPr>
            <a:lvl6pPr marL="2743200" lvl="5" indent="-228600">
              <a:spcBef>
                <a:spcPts val="0"/>
              </a:spcBef>
              <a:spcAft>
                <a:spcPts val="0"/>
              </a:spcAft>
              <a:buSzPts val="1400"/>
              <a:buNone/>
              <a:defRPr sz="1800"/>
            </a:lvl6pPr>
            <a:lvl7pPr marL="3200400" lvl="6" indent="-228600">
              <a:spcBef>
                <a:spcPts val="0"/>
              </a:spcBef>
              <a:spcAft>
                <a:spcPts val="0"/>
              </a:spcAft>
              <a:buSzPts val="1400"/>
              <a:buNone/>
              <a:defRPr sz="1800"/>
            </a:lvl7pPr>
            <a:lvl8pPr marL="3657600" lvl="7" indent="-228600">
              <a:spcBef>
                <a:spcPts val="0"/>
              </a:spcBef>
              <a:spcAft>
                <a:spcPts val="0"/>
              </a:spcAft>
              <a:buSzPts val="1400"/>
              <a:buNone/>
              <a:defRPr sz="1800"/>
            </a:lvl8pPr>
            <a:lvl9pPr marL="4114800" lvl="8" indent="-228600">
              <a:spcBef>
                <a:spcPts val="0"/>
              </a:spcBef>
              <a:spcAft>
                <a:spcPts val="0"/>
              </a:spcAft>
              <a:buSzPts val="1400"/>
              <a:buNone/>
              <a:defRPr sz="1800"/>
            </a:lvl9pPr>
          </a:lstStyle>
          <a:p>
            <a:endParaRPr/>
          </a:p>
        </p:txBody>
      </p:sp>
      <p:sp>
        <p:nvSpPr>
          <p:cNvPr id="1048578" name="Google Shape;74;p14"/>
          <p:cNvSpPr/>
          <p:nvPr/>
        </p:nvSpPr>
        <p:spPr>
          <a:xfrm>
            <a:off x="777240" y="6642720"/>
            <a:ext cx="5653800" cy="214920"/>
          </a:xfrm>
          <a:prstGeom prst="rect">
            <a:avLst/>
          </a:prstGeom>
          <a:solidFill>
            <a:srgbClr val="00206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0" i="0" u="none" strike="noStrike" cap="small">
                <a:solidFill>
                  <a:srgbClr val="FFFFFF"/>
                </a:solidFill>
                <a:latin typeface="Times New Roman"/>
                <a:ea typeface="Times New Roman"/>
                <a:cs typeface="Times New Roman"/>
                <a:sym typeface="Times New Roman"/>
              </a:rPr>
              <a:t>Dept. of Computer Science and Engineering</a:t>
            </a:r>
            <a:endParaRPr sz="1600" b="0" i="0" u="none" strike="noStrike" cap="none">
              <a:solidFill>
                <a:schemeClr val="dk1"/>
              </a:solidFill>
              <a:latin typeface="Arial"/>
              <a:ea typeface="Arial"/>
              <a:cs typeface="Arial"/>
              <a:sym typeface="Arial"/>
            </a:endParaRPr>
          </a:p>
        </p:txBody>
      </p:sp>
      <p:sp>
        <p:nvSpPr>
          <p:cNvPr id="1048579" name="Google Shape;75;p14"/>
          <p:cNvSpPr/>
          <p:nvPr/>
        </p:nvSpPr>
        <p:spPr>
          <a:xfrm>
            <a:off x="6431400" y="6642000"/>
            <a:ext cx="5322600" cy="215640"/>
          </a:xfrm>
          <a:prstGeom prst="rect">
            <a:avLst/>
          </a:prstGeom>
          <a:solidFill>
            <a:srgbClr val="00808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0" i="0" u="none" strike="noStrike" cap="small">
                <a:solidFill>
                  <a:srgbClr val="FFFFFF"/>
                </a:solidFill>
                <a:latin typeface="Times New Roman"/>
                <a:ea typeface="Times New Roman"/>
                <a:cs typeface="Times New Roman"/>
                <a:sym typeface="Times New Roman"/>
              </a:rPr>
              <a:t>Srinivasa Ramanujan Institute of Technology</a:t>
            </a:r>
            <a:endParaRPr sz="1600" b="0" i="0" u="none" strike="noStrike" cap="none">
              <a:solidFill>
                <a:schemeClr val="dk1"/>
              </a:solidFill>
              <a:latin typeface="Arial"/>
              <a:ea typeface="Arial"/>
              <a:cs typeface="Arial"/>
              <a:sym typeface="Arial"/>
            </a:endParaRPr>
          </a:p>
        </p:txBody>
      </p:sp>
      <p:sp>
        <p:nvSpPr>
          <p:cNvPr id="1048580" name="Google Shape;76;p14"/>
          <p:cNvSpPr/>
          <p:nvPr/>
        </p:nvSpPr>
        <p:spPr>
          <a:xfrm>
            <a:off x="11623040" y="6642100"/>
            <a:ext cx="568960" cy="2159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fld id="{00000000-1234-1234-1234-123412341234}" type="slidenum">
              <a:rPr lang="en-US" sz="1600" b="1" i="0" u="none" strike="noStrike" cap="none">
                <a:solidFill>
                  <a:srgbClr val="002060"/>
                </a:solidFill>
                <a:latin typeface="Times New Roman"/>
                <a:ea typeface="Times New Roman"/>
                <a:cs typeface="Times New Roman"/>
                <a:sym typeface="Times New Roman"/>
              </a:rPr>
              <a:t>‹#›</a:t>
            </a:fld>
            <a:endParaRPr sz="1600" b="0" i="0" u="none" strike="noStrike" cap="none">
              <a:solidFill>
                <a:schemeClr val="dk1"/>
              </a:solidFill>
              <a:latin typeface="Arial"/>
              <a:ea typeface="Arial"/>
              <a:cs typeface="Arial"/>
              <a:sym typeface="Arial"/>
            </a:endParaRPr>
          </a:p>
        </p:txBody>
      </p:sp>
      <p:sp>
        <p:nvSpPr>
          <p:cNvPr id="1048581" name="Google Shape;77;p14"/>
          <p:cNvSpPr/>
          <p:nvPr/>
        </p:nvSpPr>
        <p:spPr>
          <a:xfrm>
            <a:off x="0" y="0"/>
            <a:ext cx="12191760" cy="232560"/>
          </a:xfrm>
          <a:prstGeom prst="rect">
            <a:avLst/>
          </a:prstGeom>
          <a:solidFill>
            <a:srgbClr val="00666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500" b="1" i="1" u="none" strike="noStrike" cap="none">
                <a:solidFill>
                  <a:srgbClr val="FFFFFF"/>
                </a:solidFill>
                <a:latin typeface="Times New Roman"/>
                <a:ea typeface="Times New Roman"/>
                <a:cs typeface="Times New Roman"/>
                <a:sym typeface="Times New Roman"/>
              </a:rPr>
              <a:t>Online Assessment System Using AI-Based Monitoring</a:t>
            </a:r>
            <a:endParaRPr sz="1500" b="0" i="0" u="none" strike="noStrike" cap="none">
              <a:solidFill>
                <a:schemeClr val="dk1"/>
              </a:solidFill>
              <a:latin typeface="Arial"/>
              <a:ea typeface="Arial"/>
              <a:cs typeface="Arial"/>
              <a:sym typeface="Arial"/>
            </a:endParaRPr>
          </a:p>
        </p:txBody>
      </p:sp>
      <p:pic>
        <p:nvPicPr>
          <p:cNvPr id="2097152" name="Google Shape;78;p14"/>
          <p:cNvPicPr preferRelativeResize="0">
            <a:picLocks/>
          </p:cNvPicPr>
          <p:nvPr/>
        </p:nvPicPr>
        <p:blipFill rotWithShape="1">
          <a:blip r:embed="rId14">
            <a:alphaModFix/>
          </a:blip>
          <a:srcRect/>
          <a:stretch>
            <a:fillRect/>
          </a:stretch>
        </p:blipFill>
        <p:spPr>
          <a:xfrm>
            <a:off x="11506320" y="5956200"/>
            <a:ext cx="685440" cy="685440"/>
          </a:xfrm>
          <a:prstGeom prst="rect">
            <a:avLst/>
          </a:prstGeom>
          <a:noFill/>
          <a:ln>
            <a:noFill/>
          </a:ln>
        </p:spPr>
      </p:pic>
      <p:sp>
        <p:nvSpPr>
          <p:cNvPr id="1048582" name="Google Shape;79;p14"/>
          <p:cNvSpPr/>
          <p:nvPr/>
        </p:nvSpPr>
        <p:spPr>
          <a:xfrm>
            <a:off x="0" y="6642735"/>
            <a:ext cx="932815" cy="214630"/>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0" i="0" u="none" strike="noStrike" cap="small">
                <a:solidFill>
                  <a:srgbClr val="FFFFFF"/>
                </a:solidFill>
                <a:latin typeface="Times New Roman"/>
                <a:ea typeface="Times New Roman"/>
                <a:cs typeface="Times New Roman"/>
                <a:sym typeface="Times New Roman"/>
              </a:rPr>
              <a:t>A - 10</a:t>
            </a:r>
            <a:endParaRPr sz="16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048623" name="Google Shape;132;p1"/>
          <p:cNvSpPr txBox="1"/>
          <p:nvPr/>
        </p:nvSpPr>
        <p:spPr>
          <a:xfrm>
            <a:off x="3759654" y="2475580"/>
            <a:ext cx="4672674" cy="898049"/>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1400"/>
              <a:buFont typeface="Arial"/>
              <a:buNone/>
            </a:pPr>
            <a:r>
              <a:rPr lang="en-US" sz="1400" b="0" i="1" u="none" strike="noStrike" cap="none">
                <a:solidFill>
                  <a:schemeClr val="dk1"/>
                </a:solidFill>
                <a:latin typeface="Times New Roman"/>
                <a:ea typeface="Times New Roman"/>
                <a:cs typeface="Times New Roman"/>
                <a:sym typeface="Times New Roman"/>
              </a:rPr>
              <a:t>Under the guidance of</a:t>
            </a:r>
            <a:endParaRPr sz="1400" b="0" i="1" u="none" strike="noStrike" cap="none">
              <a:solidFill>
                <a:schemeClr val="dk1"/>
              </a:solidFill>
              <a:latin typeface="Times New Roman"/>
              <a:ea typeface="Times New Roman"/>
              <a:cs typeface="Times New Roman"/>
              <a:sym typeface="Times New Roman"/>
            </a:endParaRPr>
          </a:p>
          <a:p>
            <a:pPr marL="0" marR="0" lvl="0" indent="0" algn="ctr" rtl="0">
              <a:lnSpc>
                <a:spcPct val="90000"/>
              </a:lnSpc>
              <a:spcBef>
                <a:spcPts val="200"/>
              </a:spcBef>
              <a:spcAft>
                <a:spcPts val="0"/>
              </a:spcAft>
              <a:buClr>
                <a:schemeClr val="dk1"/>
              </a:buClr>
              <a:buSzPts val="2400"/>
              <a:buFont typeface="Arial"/>
              <a:buNone/>
            </a:pPr>
            <a:r>
              <a:rPr lang="en-US" sz="2400">
                <a:solidFill>
                  <a:schemeClr val="dk1"/>
                </a:solidFill>
                <a:latin typeface="Times New Roman"/>
                <a:ea typeface="Times New Roman"/>
                <a:cs typeface="Times New Roman"/>
                <a:sym typeface="Times New Roman"/>
              </a:rPr>
              <a:t>Mr. M. Narasimhulu</a:t>
            </a:r>
            <a:r>
              <a:rPr lang="en-US" sz="2400" b="0" i="0" u="none" strike="noStrike" cap="none">
                <a:solidFill>
                  <a:schemeClr val="dk1"/>
                </a:solidFill>
                <a:latin typeface="Times New Roman"/>
                <a:ea typeface="Times New Roman"/>
                <a:cs typeface="Times New Roman"/>
                <a:sym typeface="Times New Roman"/>
              </a:rPr>
              <a:t>, </a:t>
            </a:r>
            <a:r>
              <a:rPr lang="en-US" sz="1600">
                <a:solidFill>
                  <a:schemeClr val="dk1"/>
                </a:solidFill>
                <a:latin typeface="Times New Roman"/>
                <a:ea typeface="Times New Roman"/>
                <a:cs typeface="Times New Roman"/>
                <a:sym typeface="Times New Roman"/>
              </a:rPr>
              <a:t>M.</a:t>
            </a:r>
            <a:r>
              <a:rPr lang="en-US">
                <a:solidFill>
                  <a:schemeClr val="dk1"/>
                </a:solidFill>
                <a:latin typeface="Times New Roman"/>
                <a:ea typeface="Times New Roman"/>
                <a:cs typeface="Times New Roman"/>
                <a:sym typeface="Times New Roman"/>
              </a:rPr>
              <a:t>Tech</a:t>
            </a:r>
            <a:r>
              <a:rPr lang="en-US" sz="1600">
                <a:solidFill>
                  <a:schemeClr val="dk1"/>
                </a:solidFill>
                <a:latin typeface="Times New Roman"/>
                <a:ea typeface="Times New Roman"/>
                <a:cs typeface="Times New Roman"/>
                <a:sym typeface="Times New Roman"/>
              </a:rPr>
              <a:t>(Ph.D)</a:t>
            </a:r>
            <a:endParaRPr sz="1600" i="0" u="none" strike="noStrike" cap="none">
              <a:solidFill>
                <a:schemeClr val="dk1"/>
              </a:solidFill>
              <a:latin typeface="Times New Roman"/>
              <a:ea typeface="Times New Roman"/>
              <a:cs typeface="Times New Roman"/>
              <a:sym typeface="Times New Roman"/>
            </a:endParaRPr>
          </a:p>
          <a:p>
            <a:pPr marL="0" marR="0" lvl="0" indent="0" algn="ctr" rtl="0">
              <a:lnSpc>
                <a:spcPct val="90000"/>
              </a:lnSpc>
              <a:spcBef>
                <a:spcPts val="200"/>
              </a:spcBef>
              <a:spcAft>
                <a:spcPts val="0"/>
              </a:spcAft>
              <a:buClr>
                <a:schemeClr val="dk1"/>
              </a:buClr>
              <a:buSzPts val="2400"/>
              <a:buFont typeface="Arial"/>
              <a:buNone/>
            </a:pPr>
            <a:r>
              <a:rPr lang="en-US" sz="2400">
                <a:solidFill>
                  <a:schemeClr val="dk1"/>
                </a:solidFill>
                <a:latin typeface="Times New Roman"/>
                <a:ea typeface="Times New Roman"/>
                <a:cs typeface="Times New Roman"/>
                <a:sym typeface="Times New Roman"/>
              </a:rPr>
              <a:t>Assistant Professor</a:t>
            </a:r>
            <a:endParaRPr sz="1400" b="0" i="0" u="none" strike="noStrike" cap="none">
              <a:solidFill>
                <a:schemeClr val="dk1"/>
              </a:solidFill>
              <a:latin typeface="Times New Roman"/>
              <a:ea typeface="Times New Roman"/>
              <a:cs typeface="Times New Roman"/>
              <a:sym typeface="Times New Roman"/>
            </a:endParaRPr>
          </a:p>
        </p:txBody>
      </p:sp>
      <p:sp>
        <p:nvSpPr>
          <p:cNvPr id="1048624" name="Google Shape;133;p1"/>
          <p:cNvSpPr txBox="1"/>
          <p:nvPr/>
        </p:nvSpPr>
        <p:spPr>
          <a:xfrm>
            <a:off x="1514475" y="5162534"/>
            <a:ext cx="9163049" cy="1360196"/>
          </a:xfrm>
          <a:prstGeom prst="rect">
            <a:avLst/>
          </a:prstGeom>
          <a:noFill/>
          <a:ln>
            <a:noFill/>
          </a:ln>
        </p:spPr>
        <p:txBody>
          <a:bodyPr spcFirstLastPara="1" wrap="square" lIns="91425" tIns="45700" rIns="91425" bIns="45700" anchor="t" anchorCtr="0">
            <a:normAutofit fontScale="49022" lnSpcReduction="20000"/>
          </a:bodyPr>
          <a:lstStyle/>
          <a:p>
            <a:pPr marL="0" marR="0" lvl="0" indent="0" algn="ctr" rtl="0">
              <a:lnSpc>
                <a:spcPct val="90000"/>
              </a:lnSpc>
              <a:spcBef>
                <a:spcPts val="0"/>
              </a:spcBef>
              <a:spcAft>
                <a:spcPts val="0"/>
              </a:spcAft>
              <a:buClr>
                <a:schemeClr val="dk1"/>
              </a:buClr>
              <a:buSzPct val="100000"/>
              <a:buFont typeface="Arial"/>
              <a:buNone/>
            </a:pPr>
            <a:r>
              <a:rPr lang="en-US" sz="4200" b="0" i="0" u="none" strike="noStrike" cap="none">
                <a:solidFill>
                  <a:schemeClr val="dk1"/>
                </a:solidFill>
                <a:latin typeface="Times New Roman"/>
                <a:ea typeface="Times New Roman"/>
                <a:cs typeface="Times New Roman"/>
                <a:sym typeface="Times New Roman"/>
              </a:rPr>
              <a:t>Department of Computer Science and Engineering   </a:t>
            </a:r>
            <a:endParaRPr sz="4200" b="0" i="0" u="none" strike="noStrike" cap="none">
              <a:solidFill>
                <a:schemeClr val="dk1"/>
              </a:solidFill>
              <a:latin typeface="Times New Roman"/>
              <a:ea typeface="Times New Roman"/>
              <a:cs typeface="Times New Roman"/>
              <a:sym typeface="Times New Roman"/>
            </a:endParaRPr>
          </a:p>
          <a:p>
            <a:pPr marL="0" marR="0" lvl="0" indent="0" algn="ctr" rtl="0">
              <a:lnSpc>
                <a:spcPct val="90000"/>
              </a:lnSpc>
              <a:spcBef>
                <a:spcPts val="500"/>
              </a:spcBef>
              <a:spcAft>
                <a:spcPts val="0"/>
              </a:spcAft>
              <a:buClr>
                <a:srgbClr val="FF0000"/>
              </a:buClr>
              <a:buSzPct val="100000"/>
              <a:buFont typeface="Arial"/>
              <a:buNone/>
            </a:pPr>
            <a:r>
              <a:rPr lang="en-US" sz="6500" b="0" i="0" u="none" strike="noStrike" cap="none">
                <a:solidFill>
                  <a:srgbClr val="FF0000"/>
                </a:solidFill>
                <a:latin typeface="Times New Roman"/>
                <a:ea typeface="Times New Roman"/>
                <a:cs typeface="Times New Roman"/>
                <a:sym typeface="Times New Roman"/>
              </a:rPr>
              <a:t>Srinivasa Ramanujan Institute of Technology</a:t>
            </a:r>
            <a:endParaRPr sz="6500" b="0" i="0" u="none" strike="noStrike" cap="none">
              <a:solidFill>
                <a:srgbClr val="FF0000"/>
              </a:solidFill>
              <a:latin typeface="Times New Roman"/>
              <a:ea typeface="Times New Roman"/>
              <a:cs typeface="Times New Roman"/>
              <a:sym typeface="Times New Roman"/>
            </a:endParaRPr>
          </a:p>
          <a:p>
            <a:pPr marL="0" marR="0" lvl="0" indent="0" algn="ctr" rtl="0">
              <a:lnSpc>
                <a:spcPct val="90000"/>
              </a:lnSpc>
              <a:spcBef>
                <a:spcPts val="300"/>
              </a:spcBef>
              <a:spcAft>
                <a:spcPts val="0"/>
              </a:spcAft>
              <a:buClr>
                <a:schemeClr val="dk1"/>
              </a:buClr>
              <a:buSzPct val="100000"/>
              <a:buFont typeface="Arial"/>
              <a:buNone/>
            </a:pPr>
            <a:r>
              <a:rPr lang="en-US" sz="3400" b="1" i="0" u="none" strike="noStrike" cap="none">
                <a:solidFill>
                  <a:schemeClr val="dk1"/>
                </a:solidFill>
                <a:latin typeface="Times New Roman"/>
                <a:ea typeface="Times New Roman"/>
                <a:cs typeface="Times New Roman"/>
                <a:sym typeface="Times New Roman"/>
              </a:rPr>
              <a:t>Autonomous</a:t>
            </a:r>
            <a:endParaRPr sz="3400" b="0" i="0" u="none" strike="noStrike" cap="none">
              <a:solidFill>
                <a:schemeClr val="dk1"/>
              </a:solidFill>
              <a:latin typeface="Times New Roman"/>
              <a:ea typeface="Times New Roman"/>
              <a:cs typeface="Times New Roman"/>
              <a:sym typeface="Times New Roman"/>
            </a:endParaRPr>
          </a:p>
          <a:p>
            <a:pPr marL="0" marR="0" lvl="0" indent="0" algn="ctr" rtl="0">
              <a:lnSpc>
                <a:spcPct val="90000"/>
              </a:lnSpc>
              <a:spcBef>
                <a:spcPts val="300"/>
              </a:spcBef>
              <a:spcAft>
                <a:spcPts val="0"/>
              </a:spcAft>
              <a:buClr>
                <a:schemeClr val="dk1"/>
              </a:buClr>
              <a:buSzPct val="100000"/>
              <a:buFont typeface="Arial"/>
              <a:buNone/>
            </a:pPr>
            <a:r>
              <a:rPr lang="en-US" sz="2300" b="1" i="0" u="none" strike="noStrike" cap="none">
                <a:solidFill>
                  <a:schemeClr val="dk1"/>
                </a:solidFill>
                <a:latin typeface="Times New Roman"/>
                <a:ea typeface="Times New Roman"/>
                <a:cs typeface="Times New Roman"/>
                <a:sym typeface="Times New Roman"/>
              </a:rPr>
              <a:t>Rotarypuram Village, B K Samudram Mandal, Ananthapuramu – 515701.</a:t>
            </a:r>
            <a:endParaRPr sz="2300" b="1" i="0" u="none" strike="noStrike" cap="none">
              <a:solidFill>
                <a:schemeClr val="dk1"/>
              </a:solidFill>
              <a:latin typeface="Times New Roman"/>
              <a:ea typeface="Times New Roman"/>
              <a:cs typeface="Times New Roman"/>
              <a:sym typeface="Times New Roman"/>
            </a:endParaRPr>
          </a:p>
          <a:p>
            <a:pPr marL="0" marR="0" lvl="0" indent="0" algn="ctr" rtl="0">
              <a:lnSpc>
                <a:spcPct val="90000"/>
              </a:lnSpc>
              <a:spcBef>
                <a:spcPts val="1000"/>
              </a:spcBef>
              <a:spcAft>
                <a:spcPts val="0"/>
              </a:spcAft>
              <a:buClr>
                <a:srgbClr val="1E4E79"/>
              </a:buClr>
              <a:buSzPct val="100000"/>
              <a:buFont typeface="Arial"/>
              <a:buNone/>
            </a:pPr>
            <a:r>
              <a:rPr lang="en-US" sz="2500" b="1" i="0" u="none" strike="noStrike" cap="none">
                <a:solidFill>
                  <a:srgbClr val="1E4E79"/>
                </a:solidFill>
                <a:latin typeface="Times New Roman"/>
                <a:ea typeface="Times New Roman"/>
                <a:cs typeface="Times New Roman"/>
                <a:sym typeface="Times New Roman"/>
              </a:rPr>
              <a:t>202</a:t>
            </a:r>
            <a:r>
              <a:rPr lang="en-US" altLang="en-IN" sz="2500" b="1" i="0" u="none" strike="noStrike" cap="none">
                <a:solidFill>
                  <a:srgbClr val="1E4E79"/>
                </a:solidFill>
                <a:latin typeface="Times New Roman"/>
                <a:ea typeface="Times New Roman"/>
                <a:cs typeface="Times New Roman"/>
                <a:sym typeface="Times New Roman"/>
              </a:rPr>
              <a:t>5-</a:t>
            </a:r>
            <a:r>
              <a:rPr lang="en-US" sz="2500" b="1" i="0" u="none" strike="noStrike" cap="none">
                <a:solidFill>
                  <a:srgbClr val="1E4E79"/>
                </a:solidFill>
                <a:latin typeface="Times New Roman"/>
                <a:ea typeface="Times New Roman"/>
                <a:cs typeface="Times New Roman"/>
                <a:sym typeface="Times New Roman"/>
              </a:rPr>
              <a:t>202</a:t>
            </a:r>
            <a:r>
              <a:rPr lang="en-US" altLang="en-IN" sz="2500" b="1" i="0" u="none" strike="noStrike" cap="none">
                <a:solidFill>
                  <a:srgbClr val="1E4E79"/>
                </a:solidFill>
                <a:latin typeface="Times New Roman"/>
                <a:ea typeface="Times New Roman"/>
                <a:cs typeface="Times New Roman"/>
                <a:sym typeface="Times New Roman"/>
              </a:rPr>
              <a:t>6</a:t>
            </a:r>
            <a:endParaRPr sz="2500" b="0" i="0" u="none" strike="noStrike" cap="none">
              <a:solidFill>
                <a:schemeClr val="dk1"/>
              </a:solidFill>
              <a:latin typeface="Times New Roman"/>
              <a:ea typeface="Times New Roman"/>
              <a:cs typeface="Times New Roman"/>
              <a:sym typeface="Times New Roman"/>
            </a:endParaRPr>
          </a:p>
        </p:txBody>
      </p:sp>
      <p:sp>
        <p:nvSpPr>
          <p:cNvPr id="1048625" name="Google Shape;134;p1"/>
          <p:cNvSpPr txBox="1"/>
          <p:nvPr/>
        </p:nvSpPr>
        <p:spPr>
          <a:xfrm>
            <a:off x="4476307" y="1782875"/>
            <a:ext cx="3157869" cy="439330"/>
          </a:xfrm>
          <a:prstGeom prst="rect">
            <a:avLst/>
          </a:prstGeom>
          <a:noFill/>
          <a:ln>
            <a:noFill/>
          </a:ln>
        </p:spPr>
        <p:txBody>
          <a:bodyPr spcFirstLastPara="1" wrap="square" lIns="91425" tIns="45700" rIns="91425" bIns="45700" anchor="t" anchorCtr="0">
            <a:normAutofit fontScale="69167" lnSpcReduction="20000"/>
          </a:bodyPr>
          <a:lstStyle/>
          <a:p>
            <a:pPr marL="0" marR="0" lvl="0" indent="0" algn="ctr" rtl="0">
              <a:lnSpc>
                <a:spcPct val="90000"/>
              </a:lnSpc>
              <a:spcBef>
                <a:spcPts val="0"/>
              </a:spcBef>
              <a:spcAft>
                <a:spcPts val="0"/>
              </a:spcAft>
              <a:buClr>
                <a:schemeClr val="dk1"/>
              </a:buClr>
              <a:buSzPts val="2600"/>
              <a:buFont typeface="Arial"/>
              <a:buNone/>
            </a:pPr>
            <a:r>
              <a:rPr lang="en-US" sz="2600">
                <a:solidFill>
                  <a:schemeClr val="dk1"/>
                </a:solidFill>
                <a:latin typeface="Times New Roman"/>
                <a:ea typeface="Times New Roman"/>
                <a:cs typeface="Times New Roman"/>
                <a:sym typeface="Times New Roman"/>
              </a:rPr>
              <a:t>K.VISHNUVARDHAN</a:t>
            </a:r>
            <a:endParaRPr sz="2600" b="0" i="0" u="none" strike="noStrike" cap="none">
              <a:solidFill>
                <a:schemeClr val="dk1"/>
              </a:solidFill>
              <a:latin typeface="Times New Roman"/>
              <a:ea typeface="Times New Roman"/>
              <a:cs typeface="Times New Roman"/>
              <a:sym typeface="Times New Roman"/>
            </a:endParaRPr>
          </a:p>
          <a:p>
            <a:pPr marL="0" marR="0" lvl="0" indent="0" algn="ctr" rtl="0">
              <a:lnSpc>
                <a:spcPct val="90000"/>
              </a:lnSpc>
              <a:spcBef>
                <a:spcPts val="300"/>
              </a:spcBef>
              <a:spcAft>
                <a:spcPts val="0"/>
              </a:spcAft>
              <a:buClr>
                <a:schemeClr val="dk1"/>
              </a:buClr>
              <a:buSzPts val="1200"/>
              <a:buFont typeface="Arial"/>
              <a:buNone/>
            </a:pPr>
            <a:r>
              <a:rPr lang="en-US" sz="1600" b="0" i="0" u="none" strike="noStrike" cap="none">
                <a:solidFill>
                  <a:schemeClr val="dk1"/>
                </a:solidFill>
                <a:latin typeface="Times New Roman"/>
                <a:ea typeface="Times New Roman"/>
                <a:cs typeface="Times New Roman"/>
                <a:sym typeface="Times New Roman"/>
              </a:rPr>
              <a:t>Roll No.</a:t>
            </a:r>
            <a:r>
              <a:rPr lang="en-US" sz="1600">
                <a:solidFill>
                  <a:schemeClr val="dk1"/>
                </a:solidFill>
                <a:latin typeface="Times New Roman"/>
                <a:ea typeface="Times New Roman"/>
                <a:cs typeface="Times New Roman"/>
                <a:sym typeface="Times New Roman"/>
              </a:rPr>
              <a:t> 224G1A05C5</a:t>
            </a:r>
            <a:endParaRPr sz="1200" b="0" i="0" u="none" strike="noStrike" cap="none">
              <a:solidFill>
                <a:schemeClr val="dk1"/>
              </a:solidFill>
              <a:latin typeface="Times New Roman"/>
              <a:ea typeface="Times New Roman"/>
              <a:cs typeface="Times New Roman"/>
              <a:sym typeface="Times New Roman"/>
            </a:endParaRPr>
          </a:p>
        </p:txBody>
      </p:sp>
      <p:sp>
        <p:nvSpPr>
          <p:cNvPr id="1048626" name="Google Shape;135;p1"/>
          <p:cNvSpPr txBox="1"/>
          <p:nvPr/>
        </p:nvSpPr>
        <p:spPr>
          <a:xfrm>
            <a:off x="8617600" y="1782741"/>
            <a:ext cx="2244900" cy="439330"/>
          </a:xfrm>
          <a:prstGeom prst="rect">
            <a:avLst/>
          </a:prstGeom>
          <a:noFill/>
          <a:ln>
            <a:noFill/>
          </a:ln>
        </p:spPr>
        <p:txBody>
          <a:bodyPr spcFirstLastPara="1" wrap="square" lIns="91425" tIns="45700" rIns="91425" bIns="45700" anchor="t" anchorCtr="0">
            <a:normAutofit fontScale="85119" lnSpcReduction="20000"/>
          </a:bodyPr>
          <a:lstStyle/>
          <a:p>
            <a:pPr marL="0" marR="0" lvl="0" indent="0" algn="ctr" rtl="0">
              <a:lnSpc>
                <a:spcPct val="90000"/>
              </a:lnSpc>
              <a:spcBef>
                <a:spcPts val="0"/>
              </a:spcBef>
              <a:spcAft>
                <a:spcPts val="0"/>
              </a:spcAft>
              <a:buClr>
                <a:schemeClr val="dk1"/>
              </a:buClr>
              <a:buSzPct val="100000"/>
              <a:buFont typeface="Arial"/>
              <a:buNone/>
            </a:pPr>
            <a:r>
              <a:rPr lang="en-US" sz="2100">
                <a:solidFill>
                  <a:schemeClr val="dk1"/>
                </a:solidFill>
                <a:latin typeface="Times New Roman"/>
                <a:ea typeface="Times New Roman"/>
                <a:cs typeface="Times New Roman"/>
                <a:sym typeface="Times New Roman"/>
              </a:rPr>
              <a:t>J. LAKSHMANJI</a:t>
            </a:r>
            <a:endParaRPr sz="2100" b="0" i="0" u="none" strike="noStrike" cap="none">
              <a:solidFill>
                <a:schemeClr val="dk1"/>
              </a:solidFill>
              <a:latin typeface="Times New Roman"/>
              <a:ea typeface="Times New Roman"/>
              <a:cs typeface="Times New Roman"/>
              <a:sym typeface="Times New Roman"/>
            </a:endParaRPr>
          </a:p>
          <a:p>
            <a:pPr marL="0" marR="0" lvl="0" indent="0" algn="ctr" rtl="0">
              <a:lnSpc>
                <a:spcPct val="90000"/>
              </a:lnSpc>
              <a:spcBef>
                <a:spcPts val="300"/>
              </a:spcBef>
              <a:spcAft>
                <a:spcPts val="0"/>
              </a:spcAft>
              <a:buClr>
                <a:schemeClr val="dk1"/>
              </a:buClr>
              <a:buSzPct val="133333"/>
              <a:buFont typeface="Arial"/>
              <a:buNone/>
            </a:pPr>
            <a:r>
              <a:rPr lang="en-US" sz="1200" b="0" i="0" u="none" strike="noStrike" cap="none">
                <a:solidFill>
                  <a:schemeClr val="dk1"/>
                </a:solidFill>
                <a:latin typeface="Times New Roman"/>
                <a:ea typeface="Times New Roman"/>
                <a:cs typeface="Times New Roman"/>
                <a:sym typeface="Times New Roman"/>
              </a:rPr>
              <a:t>Roll No. </a:t>
            </a:r>
            <a:r>
              <a:rPr lang="en-US" sz="1200">
                <a:solidFill>
                  <a:schemeClr val="dk1"/>
                </a:solidFill>
                <a:latin typeface="Times New Roman"/>
                <a:ea typeface="Times New Roman"/>
                <a:cs typeface="Times New Roman"/>
                <a:sym typeface="Times New Roman"/>
              </a:rPr>
              <a:t>224G1A0539</a:t>
            </a:r>
            <a:endParaRPr sz="1200" b="0" i="0" u="none" strike="noStrike" cap="none">
              <a:solidFill>
                <a:schemeClr val="dk1"/>
              </a:solidFill>
              <a:latin typeface="Times New Roman"/>
              <a:ea typeface="Times New Roman"/>
              <a:cs typeface="Times New Roman"/>
              <a:sym typeface="Times New Roman"/>
            </a:endParaRPr>
          </a:p>
        </p:txBody>
      </p:sp>
      <p:sp>
        <p:nvSpPr>
          <p:cNvPr id="1048627" name="Google Shape;136;p1"/>
          <p:cNvSpPr txBox="1"/>
          <p:nvPr/>
        </p:nvSpPr>
        <p:spPr>
          <a:xfrm>
            <a:off x="1191460" y="1782741"/>
            <a:ext cx="2382924" cy="439331"/>
          </a:xfrm>
          <a:prstGeom prst="rect">
            <a:avLst/>
          </a:prstGeom>
          <a:noFill/>
          <a:ln>
            <a:noFill/>
          </a:ln>
        </p:spPr>
        <p:txBody>
          <a:bodyPr spcFirstLastPara="1" wrap="square" lIns="91425" tIns="45700" rIns="91425" bIns="45700" anchor="t" anchorCtr="0">
            <a:normAutofit fontScale="91667" lnSpcReduction="20000"/>
          </a:bodyPr>
          <a:lstStyle/>
          <a:p>
            <a:pPr marL="0" marR="0" lvl="0" indent="0" algn="ctr" rtl="0">
              <a:lnSpc>
                <a:spcPct val="90000"/>
              </a:lnSpc>
              <a:spcBef>
                <a:spcPts val="0"/>
              </a:spcBef>
              <a:spcAft>
                <a:spcPts val="0"/>
              </a:spcAft>
              <a:buClr>
                <a:schemeClr val="dk1"/>
              </a:buClr>
              <a:buSzPts val="2600"/>
              <a:buFont typeface="Arial"/>
              <a:buNone/>
            </a:pPr>
            <a:r>
              <a:rPr lang="en-US" sz="2000">
                <a:solidFill>
                  <a:schemeClr val="dk1"/>
                </a:solidFill>
                <a:latin typeface="Times New Roman"/>
                <a:ea typeface="Times New Roman"/>
                <a:cs typeface="Times New Roman"/>
                <a:sym typeface="Times New Roman"/>
              </a:rPr>
              <a:t>B. GEETHIKA</a:t>
            </a:r>
            <a:endParaRPr sz="2000" b="0" i="0" u="none" strike="noStrike" cap="none">
              <a:solidFill>
                <a:schemeClr val="dk1"/>
              </a:solidFill>
              <a:latin typeface="Times New Roman"/>
              <a:ea typeface="Times New Roman"/>
              <a:cs typeface="Times New Roman"/>
              <a:sym typeface="Times New Roman"/>
            </a:endParaRPr>
          </a:p>
          <a:p>
            <a:pPr marL="0" marR="0" lvl="0" indent="0" algn="ctr" rtl="0">
              <a:lnSpc>
                <a:spcPct val="90000"/>
              </a:lnSpc>
              <a:spcBef>
                <a:spcPts val="300"/>
              </a:spcBef>
              <a:spcAft>
                <a:spcPts val="0"/>
              </a:spcAft>
              <a:buClr>
                <a:schemeClr val="dk1"/>
              </a:buClr>
              <a:buSzPts val="1200"/>
              <a:buFont typeface="Arial"/>
              <a:buNone/>
            </a:pPr>
            <a:r>
              <a:rPr lang="en-US" sz="1200" b="0" i="0" u="none" strike="noStrike" cap="none">
                <a:solidFill>
                  <a:schemeClr val="dk1"/>
                </a:solidFill>
                <a:latin typeface="Times New Roman"/>
                <a:ea typeface="Times New Roman"/>
                <a:cs typeface="Times New Roman"/>
                <a:sym typeface="Times New Roman"/>
              </a:rPr>
              <a:t>Roll No. 2</a:t>
            </a:r>
            <a:r>
              <a:rPr lang="en-US" sz="1200">
                <a:solidFill>
                  <a:schemeClr val="dk1"/>
                </a:solidFill>
                <a:latin typeface="Times New Roman"/>
                <a:ea typeface="Times New Roman"/>
                <a:cs typeface="Times New Roman"/>
                <a:sym typeface="Times New Roman"/>
              </a:rPr>
              <a:t>24G1A0520</a:t>
            </a:r>
            <a:endParaRPr sz="1200" b="0" i="0" u="none" strike="noStrike" cap="none">
              <a:solidFill>
                <a:schemeClr val="dk1"/>
              </a:solidFill>
              <a:latin typeface="Times New Roman"/>
              <a:ea typeface="Times New Roman"/>
              <a:cs typeface="Times New Roman"/>
              <a:sym typeface="Times New Roman"/>
            </a:endParaRPr>
          </a:p>
        </p:txBody>
      </p:sp>
      <p:sp>
        <p:nvSpPr>
          <p:cNvPr id="1048628" name="Google Shape;137;p1"/>
          <p:cNvSpPr/>
          <p:nvPr/>
        </p:nvSpPr>
        <p:spPr>
          <a:xfrm>
            <a:off x="755009" y="335271"/>
            <a:ext cx="10528183" cy="857864"/>
          </a:xfrm>
          <a:prstGeom prst="roundRect">
            <a:avLst>
              <a:gd name="adj" fmla="val 16667"/>
            </a:avLst>
          </a:prstGeom>
          <a:solidFill>
            <a:srgbClr val="FF66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a:solidFill>
                  <a:schemeClr val="lt1"/>
                </a:solidFill>
                <a:latin typeface="Times New Roman"/>
                <a:ea typeface="Times New Roman"/>
                <a:cs typeface="Times New Roman"/>
                <a:sym typeface="Times New Roman"/>
              </a:rPr>
              <a:t>Online Assessment System Using AI-Based Monitoring </a:t>
            </a:r>
            <a:endParaRPr sz="3200" b="0" i="0" u="none" strike="noStrike" cap="none">
              <a:solidFill>
                <a:schemeClr val="lt1"/>
              </a:solidFill>
              <a:latin typeface="Times New Roman"/>
              <a:ea typeface="Times New Roman"/>
              <a:cs typeface="Times New Roman"/>
              <a:sym typeface="Times New Roman"/>
            </a:endParaRPr>
          </a:p>
        </p:txBody>
      </p:sp>
      <p:sp>
        <p:nvSpPr>
          <p:cNvPr id="1048629" name="Google Shape;138;p1"/>
          <p:cNvSpPr/>
          <p:nvPr/>
        </p:nvSpPr>
        <p:spPr>
          <a:xfrm>
            <a:off x="2714840" y="1261696"/>
            <a:ext cx="6762303" cy="338041"/>
          </a:xfrm>
          <a:prstGeom prst="rect">
            <a:avLst/>
          </a:prstGeom>
          <a:noFill/>
          <a:ln>
            <a:noFill/>
          </a:ln>
        </p:spPr>
        <p:txBody>
          <a:bodyPr spcFirstLastPara="1" wrap="square" lIns="91425" tIns="45700" rIns="91425" bIns="45700" anchor="t" anchorCtr="0">
            <a:spAutoFit/>
          </a:bodyPr>
          <a:lstStyle/>
          <a:p>
            <a:pPr marL="0" marR="0" lvl="0" indent="0" algn="ctr" rtl="0">
              <a:lnSpc>
                <a:spcPct val="107000"/>
              </a:lnSpc>
              <a:spcBef>
                <a:spcPts val="0"/>
              </a:spcBef>
              <a:spcAft>
                <a:spcPts val="0"/>
              </a:spcAft>
              <a:buNone/>
            </a:pPr>
            <a:r>
              <a:rPr lang="en-US" sz="1600" b="0" i="1" u="none" strike="noStrike" cap="none">
                <a:solidFill>
                  <a:srgbClr val="000000"/>
                </a:solidFill>
                <a:latin typeface="Times New Roman"/>
                <a:ea typeface="Times New Roman"/>
                <a:cs typeface="Times New Roman"/>
                <a:sym typeface="Times New Roman"/>
              </a:rPr>
              <a:t>by</a:t>
            </a:r>
            <a:endParaRPr sz="1600" b="0" i="1" u="none" strike="noStrike" cap="none">
              <a:solidFill>
                <a:srgbClr val="000000"/>
              </a:solidFill>
              <a:latin typeface="Times New Roman"/>
              <a:ea typeface="Times New Roman"/>
              <a:cs typeface="Times New Roman"/>
              <a:sym typeface="Times New Roman"/>
            </a:endParaRPr>
          </a:p>
        </p:txBody>
      </p:sp>
      <p:pic>
        <p:nvPicPr>
          <p:cNvPr id="2097154" name="Google Shape;139;p1"/>
          <p:cNvPicPr preferRelativeResize="0">
            <a:picLocks/>
          </p:cNvPicPr>
          <p:nvPr/>
        </p:nvPicPr>
        <p:blipFill rotWithShape="1">
          <a:blip r:embed="rId3">
            <a:alphaModFix/>
          </a:blip>
          <a:srcRect/>
          <a:stretch>
            <a:fillRect/>
          </a:stretch>
        </p:blipFill>
        <p:spPr>
          <a:xfrm>
            <a:off x="5386997" y="3502067"/>
            <a:ext cx="1417987" cy="155903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048632" name="Google Shape;145;p2"/>
          <p:cNvSpPr txBox="1">
            <a:spLocks noGrp="1"/>
          </p:cNvSpPr>
          <p:nvPr>
            <p:ph type="title" idx="4294967295"/>
          </p:nvPr>
        </p:nvSpPr>
        <p:spPr>
          <a:xfrm>
            <a:off x="300" y="228599"/>
            <a:ext cx="12191700" cy="714600"/>
          </a:xfrm>
          <a:prstGeom prst="rect">
            <a:avLst/>
          </a:prstGeom>
          <a:solidFill>
            <a:srgbClr val="FF6600"/>
          </a:solidFill>
          <a:ln>
            <a:solidFill>
              <a:schemeClr val="accent1"/>
            </a:solidFill>
          </a:ln>
          <a:effectLst>
            <a:outerShdw blurRad="44280" dist="28080" dir="5400000" rotWithShape="0">
              <a:srgbClr val="000000">
                <a:alpha val="31764"/>
              </a:srgbClr>
            </a:outerShdw>
          </a:effectLst>
        </p:spPr>
        <p:txBody>
          <a:bodyPr spcFirstLastPara="1" wrap="square" lIns="90000" tIns="45000" rIns="90000" bIns="45000" anchor="t" anchorCtr="0">
            <a:noAutofit/>
          </a:bodyPr>
          <a:lstStyle/>
          <a:p>
            <a:pPr marL="0" lvl="0" indent="0" rtl="0">
              <a:lnSpc>
                <a:spcPct val="90000"/>
              </a:lnSpc>
              <a:spcBef>
                <a:spcPts val="0"/>
              </a:spcBef>
              <a:spcAft>
                <a:spcPts val="0"/>
              </a:spcAft>
              <a:buNone/>
            </a:pPr>
            <a:r>
              <a:rPr lang="en-US" sz="4400" b="0" strike="noStrike">
                <a:solidFill>
                  <a:srgbClr val="FFFFFF"/>
                </a:solidFill>
                <a:latin typeface="Times New Roman"/>
                <a:ea typeface="Times New Roman"/>
                <a:cs typeface="Times New Roman"/>
                <a:sym typeface="Times New Roman"/>
              </a:rPr>
              <a:t>Contents</a:t>
            </a:r>
            <a:endParaRPr sz="4400" b="0" strike="noStrike">
              <a:solidFill>
                <a:srgbClr val="000000"/>
              </a:solidFill>
              <a:latin typeface="Calibri"/>
              <a:ea typeface="Calibri"/>
              <a:cs typeface="Calibri"/>
              <a:sym typeface="Calibri"/>
            </a:endParaRPr>
          </a:p>
        </p:txBody>
      </p:sp>
      <p:sp>
        <p:nvSpPr>
          <p:cNvPr id="1048633" name="Google Shape;146;p2"/>
          <p:cNvSpPr txBox="1">
            <a:spLocks noGrp="1"/>
          </p:cNvSpPr>
          <p:nvPr>
            <p:ph type="body" idx="4294967295"/>
          </p:nvPr>
        </p:nvSpPr>
        <p:spPr>
          <a:xfrm>
            <a:off x="0" y="943199"/>
            <a:ext cx="11778840" cy="5394600"/>
          </a:xfrm>
          <a:prstGeom prst="rect">
            <a:avLst/>
          </a:prstGeom>
          <a:noFill/>
          <a:ln>
            <a:noFill/>
          </a:ln>
        </p:spPr>
        <p:txBody>
          <a:bodyPr spcFirstLastPara="1" wrap="square" lIns="91425" tIns="45700" rIns="91425" bIns="45700" anchor="t" anchorCtr="0">
            <a:noAutofit/>
          </a:bodyPr>
          <a:lstStyle/>
          <a:p>
            <a:pPr marL="462280" lvl="0" indent="-462280" algn="just" rtl="0">
              <a:lnSpc>
                <a:spcPct val="90000"/>
              </a:lnSpc>
              <a:spcBef>
                <a:spcPts val="0"/>
              </a:spcBef>
              <a:spcAft>
                <a:spcPts val="0"/>
              </a:spcAft>
              <a:buClr>
                <a:srgbClr val="000000"/>
              </a:buClr>
              <a:buSzPts val="2800"/>
              <a:buFont typeface="Times New Roman"/>
              <a:buChar char="•"/>
            </a:pPr>
            <a:r>
              <a:rPr lang="en-US" sz="2800" b="0" strike="noStrike">
                <a:solidFill>
                  <a:srgbClr val="000000"/>
                </a:solidFill>
                <a:latin typeface="Times New Roman"/>
                <a:ea typeface="Times New Roman"/>
                <a:cs typeface="Times New Roman"/>
                <a:sym typeface="Times New Roman"/>
              </a:rPr>
              <a:t>Title Justification</a:t>
            </a:r>
            <a:endParaRPr sz="2800" b="0" strike="noStrike">
              <a:solidFill>
                <a:srgbClr val="000000"/>
              </a:solidFill>
              <a:latin typeface="Times New Roman"/>
              <a:ea typeface="Times New Roman"/>
              <a:cs typeface="Times New Roman"/>
              <a:sym typeface="Times New Roman"/>
            </a:endParaRPr>
          </a:p>
          <a:p>
            <a:pPr marL="462280" lvl="0" indent="-462280" algn="just" rtl="0">
              <a:lnSpc>
                <a:spcPct val="90000"/>
              </a:lnSpc>
              <a:spcBef>
                <a:spcPts val="1000"/>
              </a:spcBef>
              <a:spcAft>
                <a:spcPts val="0"/>
              </a:spcAft>
              <a:buClr>
                <a:srgbClr val="000000"/>
              </a:buClr>
              <a:buSzPts val="2800"/>
              <a:buFont typeface="Times New Roman"/>
              <a:buChar char="•"/>
            </a:pPr>
            <a:r>
              <a:rPr lang="en-US" sz="2800" b="0" strike="noStrike">
                <a:solidFill>
                  <a:srgbClr val="000000"/>
                </a:solidFill>
                <a:latin typeface="Times New Roman"/>
                <a:ea typeface="Times New Roman"/>
                <a:cs typeface="Times New Roman"/>
                <a:sym typeface="Times New Roman"/>
              </a:rPr>
              <a:t>Abstract</a:t>
            </a:r>
            <a:endParaRPr sz="2800" b="0" strike="noStrike">
              <a:solidFill>
                <a:srgbClr val="000000"/>
              </a:solidFill>
              <a:latin typeface="Times New Roman"/>
              <a:ea typeface="Times New Roman"/>
              <a:cs typeface="Times New Roman"/>
              <a:sym typeface="Times New Roman"/>
            </a:endParaRPr>
          </a:p>
          <a:p>
            <a:pPr marL="462280" lvl="0" indent="-462280" algn="just" rtl="0">
              <a:lnSpc>
                <a:spcPct val="90000"/>
              </a:lnSpc>
              <a:spcBef>
                <a:spcPts val="1000"/>
              </a:spcBef>
              <a:spcAft>
                <a:spcPts val="0"/>
              </a:spcAft>
              <a:buClr>
                <a:srgbClr val="000000"/>
              </a:buClr>
              <a:buSzPts val="2800"/>
              <a:buFont typeface="Times New Roman"/>
              <a:buChar char="•"/>
            </a:pPr>
            <a:r>
              <a:rPr lang="en-US" sz="2800" b="0" strike="noStrike">
                <a:solidFill>
                  <a:srgbClr val="000000"/>
                </a:solidFill>
                <a:latin typeface="Times New Roman"/>
                <a:ea typeface="Times New Roman"/>
                <a:cs typeface="Times New Roman"/>
                <a:sym typeface="Times New Roman"/>
              </a:rPr>
              <a:t>Problem statement</a:t>
            </a:r>
            <a:endParaRPr sz="2800" b="0" strike="noStrike">
              <a:solidFill>
                <a:srgbClr val="000000"/>
              </a:solidFill>
              <a:latin typeface="Times New Roman"/>
              <a:ea typeface="Times New Roman"/>
              <a:cs typeface="Times New Roman"/>
              <a:sym typeface="Times New Roman"/>
            </a:endParaRPr>
          </a:p>
          <a:p>
            <a:pPr marL="462280" lvl="0" indent="-462280" algn="just" rtl="0">
              <a:lnSpc>
                <a:spcPct val="90000"/>
              </a:lnSpc>
              <a:spcBef>
                <a:spcPts val="1000"/>
              </a:spcBef>
              <a:spcAft>
                <a:spcPts val="0"/>
              </a:spcAft>
              <a:buClr>
                <a:srgbClr val="000000"/>
              </a:buClr>
              <a:buSzPts val="2800"/>
              <a:buFont typeface="Times New Roman"/>
              <a:buChar char="•"/>
            </a:pPr>
            <a:r>
              <a:rPr lang="en-US" sz="2800" b="0" strike="noStrike">
                <a:solidFill>
                  <a:srgbClr val="000000"/>
                </a:solidFill>
                <a:latin typeface="Times New Roman"/>
                <a:ea typeface="Times New Roman"/>
                <a:cs typeface="Times New Roman"/>
                <a:sym typeface="Times New Roman"/>
              </a:rPr>
              <a:t>Objectives of Project</a:t>
            </a:r>
            <a:endParaRPr sz="2800" b="0" strike="noStrike">
              <a:solidFill>
                <a:srgbClr val="000000"/>
              </a:solidFill>
              <a:latin typeface="Times New Roman"/>
              <a:ea typeface="Times New Roman"/>
              <a:cs typeface="Times New Roman"/>
              <a:sym typeface="Times New Roman"/>
            </a:endParaRPr>
          </a:p>
          <a:p>
            <a:pPr marL="462280" lvl="0" indent="-462280" algn="just" rtl="0">
              <a:lnSpc>
                <a:spcPct val="90000"/>
              </a:lnSpc>
              <a:spcBef>
                <a:spcPts val="1000"/>
              </a:spcBef>
              <a:spcAft>
                <a:spcPts val="0"/>
              </a:spcAft>
              <a:buClr>
                <a:srgbClr val="000000"/>
              </a:buClr>
              <a:buSzPts val="2800"/>
              <a:buFont typeface="Times New Roman"/>
              <a:buChar char="•"/>
            </a:pPr>
            <a:r>
              <a:rPr lang="en-US" sz="2800" b="0" strike="noStrike">
                <a:solidFill>
                  <a:srgbClr val="000000"/>
                </a:solidFill>
                <a:latin typeface="Times New Roman"/>
                <a:ea typeface="Times New Roman"/>
                <a:cs typeface="Times New Roman"/>
                <a:sym typeface="Times New Roman"/>
              </a:rPr>
              <a:t>Literature survey for objectives</a:t>
            </a:r>
            <a:endParaRPr sz="2800" b="0" strike="noStrike">
              <a:solidFill>
                <a:srgbClr val="000000"/>
              </a:solidFill>
              <a:latin typeface="Times New Roman"/>
              <a:ea typeface="Times New Roman"/>
              <a:cs typeface="Times New Roman"/>
              <a:sym typeface="Times New Roman"/>
            </a:endParaRPr>
          </a:p>
          <a:p>
            <a:pPr marL="462280" lvl="0" indent="-462280" algn="just" rtl="0">
              <a:lnSpc>
                <a:spcPct val="90000"/>
              </a:lnSpc>
              <a:spcBef>
                <a:spcPts val="1000"/>
              </a:spcBef>
              <a:spcAft>
                <a:spcPts val="0"/>
              </a:spcAft>
              <a:buClr>
                <a:srgbClr val="000000"/>
              </a:buClr>
              <a:buSzPts val="2800"/>
              <a:buFont typeface="Times New Roman"/>
              <a:buChar char="•"/>
            </a:pPr>
            <a:r>
              <a:rPr lang="en-US" sz="2800" b="0" strike="noStrike">
                <a:solidFill>
                  <a:srgbClr val="000000"/>
                </a:solidFill>
                <a:latin typeface="Times New Roman"/>
                <a:ea typeface="Times New Roman"/>
                <a:cs typeface="Times New Roman"/>
                <a:sym typeface="Times New Roman"/>
              </a:rPr>
              <a:t>Proposed Work -(Methods to be followed for proposed system) </a:t>
            </a:r>
            <a:endParaRPr sz="2800" b="0" strike="noStrike">
              <a:solidFill>
                <a:srgbClr val="000000"/>
              </a:solidFill>
              <a:latin typeface="Times New Roman"/>
              <a:ea typeface="Times New Roman"/>
              <a:cs typeface="Times New Roman"/>
              <a:sym typeface="Times New Roman"/>
            </a:endParaRPr>
          </a:p>
          <a:p>
            <a:pPr marL="462280" lvl="0" indent="-462280" algn="just" rtl="0">
              <a:lnSpc>
                <a:spcPct val="90000"/>
              </a:lnSpc>
              <a:spcBef>
                <a:spcPts val="1000"/>
              </a:spcBef>
              <a:spcAft>
                <a:spcPts val="0"/>
              </a:spcAft>
              <a:buClr>
                <a:srgbClr val="000000"/>
              </a:buClr>
              <a:buSzPts val="2800"/>
              <a:buFont typeface="Times New Roman"/>
              <a:buChar char="•"/>
            </a:pPr>
            <a:r>
              <a:rPr lang="en-US" sz="2800" b="0" strike="noStrike">
                <a:solidFill>
                  <a:srgbClr val="000000"/>
                </a:solidFill>
                <a:latin typeface="Times New Roman"/>
                <a:ea typeface="Times New Roman"/>
                <a:cs typeface="Times New Roman"/>
                <a:sym typeface="Times New Roman"/>
              </a:rPr>
              <a:t>References</a:t>
            </a:r>
            <a:endParaRPr sz="2800" b="0" strike="noStrike">
              <a:solidFill>
                <a:srgbClr val="000000"/>
              </a:solidFill>
              <a:latin typeface="Times New Roman"/>
              <a:ea typeface="Times New Roman"/>
              <a:cs typeface="Times New Roman"/>
              <a:sym typeface="Times New Roman"/>
            </a:endParaRPr>
          </a:p>
          <a:p>
            <a:pPr marL="462280" lvl="0" indent="-462280" algn="just" rtl="0">
              <a:lnSpc>
                <a:spcPct val="90000"/>
              </a:lnSpc>
              <a:spcBef>
                <a:spcPts val="1000"/>
              </a:spcBef>
              <a:spcAft>
                <a:spcPts val="0"/>
              </a:spcAft>
              <a:buClr>
                <a:srgbClr val="000000"/>
              </a:buClr>
              <a:buSzPts val="2800"/>
              <a:buFont typeface="Times New Roman"/>
              <a:buChar char="•"/>
            </a:pPr>
            <a:r>
              <a:rPr lang="en-US" sz="2800" b="0" strike="noStrike">
                <a:solidFill>
                  <a:srgbClr val="000000"/>
                </a:solidFill>
                <a:latin typeface="Times New Roman"/>
                <a:ea typeface="Times New Roman"/>
                <a:cs typeface="Times New Roman"/>
                <a:sym typeface="Times New Roman"/>
              </a:rPr>
              <a:t>GitHub Link</a:t>
            </a:r>
            <a:endParaRPr sz="2800" b="0" strike="noStrike">
              <a:solidFill>
                <a:srgbClr val="000000"/>
              </a:solidFill>
              <a:latin typeface="Times New Roman"/>
              <a:ea typeface="Times New Roman"/>
              <a:cs typeface="Times New Roman"/>
              <a:sym typeface="Times New Roman"/>
            </a:endParaRPr>
          </a:p>
          <a:p>
            <a:pPr marL="462280" lvl="0" indent="-462280" algn="just" rtl="0">
              <a:lnSpc>
                <a:spcPct val="90000"/>
              </a:lnSpc>
              <a:spcBef>
                <a:spcPts val="1000"/>
              </a:spcBef>
              <a:spcAft>
                <a:spcPts val="0"/>
              </a:spcAft>
              <a:buClr>
                <a:srgbClr val="000000"/>
              </a:buClr>
              <a:buSzPts val="2800"/>
              <a:buFont typeface="Times New Roman"/>
              <a:buChar char="•"/>
            </a:pPr>
            <a:r>
              <a:rPr lang="en-US" sz="2800" b="0" strike="noStrike">
                <a:solidFill>
                  <a:srgbClr val="000000"/>
                </a:solidFill>
                <a:latin typeface="Times New Roman"/>
                <a:ea typeface="Times New Roman"/>
                <a:cs typeface="Times New Roman"/>
                <a:sym typeface="Times New Roman"/>
              </a:rPr>
              <a:t>Queries</a:t>
            </a:r>
            <a:endParaRPr sz="2800" b="0" strike="noStrike">
              <a:solidFill>
                <a:srgbClr val="000000"/>
              </a:solidFill>
              <a:latin typeface="Times New Roman"/>
              <a:ea typeface="Times New Roman"/>
              <a:cs typeface="Times New Roman"/>
              <a:sym typeface="Times New Roman"/>
            </a:endParaRPr>
          </a:p>
          <a:p>
            <a:pPr marL="0" lvl="0" indent="0" algn="just" rtl="0">
              <a:lnSpc>
                <a:spcPct val="90000"/>
              </a:lnSpc>
              <a:spcBef>
                <a:spcPts val="1000"/>
              </a:spcBef>
              <a:spcAft>
                <a:spcPts val="0"/>
              </a:spcAft>
              <a:buNone/>
            </a:pPr>
            <a:endParaRPr sz="2800" b="0"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048637" name="Google Shape;152;p3"/>
          <p:cNvSpPr txBox="1">
            <a:spLocks noGrp="1"/>
          </p:cNvSpPr>
          <p:nvPr>
            <p:ph type="title" idx="4294967295"/>
          </p:nvPr>
        </p:nvSpPr>
        <p:spPr>
          <a:xfrm>
            <a:off x="240" y="228600"/>
            <a:ext cx="12191760" cy="714600"/>
          </a:xfrm>
          <a:prstGeom prst="rect">
            <a:avLst/>
          </a:prstGeom>
          <a:solidFill>
            <a:srgbClr val="FF6600"/>
          </a:solidFill>
          <a:ln>
            <a:noFill/>
          </a:ln>
          <a:effectLst>
            <a:outerShdw blurRad="44280" dist="28080" dir="5400000" rotWithShape="0">
              <a:srgbClr val="000000">
                <a:alpha val="31764"/>
              </a:srgbClr>
            </a:outerShdw>
          </a:effectLst>
        </p:spPr>
        <p:txBody>
          <a:bodyPr spcFirstLastPara="1" wrap="square" lIns="90000" tIns="45000" rIns="90000" bIns="45000" anchor="t" anchorCtr="0">
            <a:noAutofit/>
          </a:bodyPr>
          <a:lstStyle/>
          <a:p>
            <a:pPr marL="0" lvl="0" indent="0" algn="l" rtl="0">
              <a:lnSpc>
                <a:spcPct val="90000"/>
              </a:lnSpc>
              <a:spcBef>
                <a:spcPts val="0"/>
              </a:spcBef>
              <a:spcAft>
                <a:spcPts val="0"/>
              </a:spcAft>
              <a:buNone/>
            </a:pPr>
            <a:r>
              <a:rPr lang="en-US" sz="4400" b="0" strike="noStrike">
                <a:solidFill>
                  <a:schemeClr val="bg1"/>
                </a:solidFill>
                <a:latin typeface="Times New Roman"/>
                <a:ea typeface="Times New Roman"/>
                <a:cs typeface="Times New Roman"/>
                <a:sym typeface="Times New Roman"/>
              </a:rPr>
              <a:t>Title</a:t>
            </a:r>
            <a:r>
              <a:rPr lang="en-US" sz="4400" b="0" strike="noStrike">
                <a:solidFill>
                  <a:srgbClr val="000000"/>
                </a:solidFill>
                <a:latin typeface="Times New Roman"/>
                <a:ea typeface="Times New Roman"/>
                <a:cs typeface="Times New Roman"/>
                <a:sym typeface="Times New Roman"/>
              </a:rPr>
              <a:t> </a:t>
            </a:r>
            <a:r>
              <a:rPr lang="en-US" sz="4400" b="0" strike="noStrike">
                <a:solidFill>
                  <a:schemeClr val="bg1"/>
                </a:solidFill>
                <a:latin typeface="Times New Roman"/>
                <a:ea typeface="Times New Roman"/>
                <a:cs typeface="Times New Roman"/>
                <a:sym typeface="Times New Roman"/>
              </a:rPr>
              <a:t>Justification</a:t>
            </a:r>
            <a:endParaRPr sz="4400" b="0" strike="noStrike">
              <a:solidFill>
                <a:schemeClr val="bg1"/>
              </a:solidFill>
              <a:latin typeface="Calibri"/>
              <a:ea typeface="Calibri"/>
              <a:cs typeface="Calibri"/>
              <a:sym typeface="Calibri"/>
            </a:endParaRPr>
          </a:p>
        </p:txBody>
      </p:sp>
      <p:sp>
        <p:nvSpPr>
          <p:cNvPr id="1048638" name="Google Shape;153;p3"/>
          <p:cNvSpPr txBox="1">
            <a:spLocks noGrp="1"/>
          </p:cNvSpPr>
          <p:nvPr>
            <p:ph type="body" idx="4294967295"/>
          </p:nvPr>
        </p:nvSpPr>
        <p:spPr>
          <a:xfrm>
            <a:off x="199440" y="1097280"/>
            <a:ext cx="11778840" cy="5394600"/>
          </a:xfrm>
          <a:prstGeom prst="rect">
            <a:avLst/>
          </a:prstGeom>
          <a:noFill/>
          <a:ln>
            <a:noFill/>
          </a:ln>
        </p:spPr>
        <p:txBody>
          <a:bodyPr spcFirstLastPara="1" wrap="square" lIns="91425" tIns="45700" rIns="91425" bIns="45700" anchor="t" anchorCtr="0">
            <a:noAutofit/>
          </a:bodyPr>
          <a:lstStyle/>
          <a:p>
            <a:pPr marL="0" lvl="0" indent="0" algn="just" rtl="0">
              <a:lnSpc>
                <a:spcPct val="115000"/>
              </a:lnSpc>
              <a:spcBef>
                <a:spcPts val="0"/>
              </a:spcBef>
              <a:spcAft>
                <a:spcPts val="0"/>
              </a:spcAft>
              <a:buNone/>
            </a:pPr>
            <a:r>
              <a:rPr lang="en-US" sz="2800">
                <a:latin typeface="Times New Roman"/>
                <a:ea typeface="Times New Roman"/>
                <a:cs typeface="Times New Roman"/>
                <a:sym typeface="Times New Roman"/>
              </a:rPr>
              <a:t>The title “</a:t>
            </a:r>
            <a:r>
              <a:rPr lang="en-US" sz="2800" b="1">
                <a:latin typeface="Times New Roman"/>
                <a:ea typeface="Times New Roman"/>
                <a:cs typeface="Times New Roman"/>
                <a:sym typeface="Times New Roman"/>
              </a:rPr>
              <a:t>Online Assessment System using AI-Based Monitoring</a:t>
            </a:r>
            <a:r>
              <a:rPr lang="en-US" sz="2800">
                <a:latin typeface="Times New Roman"/>
                <a:ea typeface="Times New Roman"/>
                <a:cs typeface="Times New Roman"/>
                <a:sym typeface="Times New Roman"/>
              </a:rPr>
              <a:t>” clearly describes the purpose of this project. It is an online exam platform that uses artificial intelligence to monitor candidates in real time. The system applies face recognition and behavior analysis to detect cheating, impersonation, and unauthorized activities during examinations. Therefore, the selected title accurately represents the system’s functionality and goal of maintaining a secure and fair assessment process.</a:t>
            </a:r>
            <a:endParaRPr sz="28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048607" name="Google Shape;158;p4"/>
          <p:cNvSpPr txBox="1">
            <a:spLocks noGrp="1"/>
          </p:cNvSpPr>
          <p:nvPr>
            <p:ph type="title" idx="4294967295"/>
          </p:nvPr>
        </p:nvSpPr>
        <p:spPr>
          <a:xfrm>
            <a:off x="0" y="232920"/>
            <a:ext cx="12191760" cy="714600"/>
          </a:xfrm>
          <a:prstGeom prst="rect">
            <a:avLst/>
          </a:prstGeom>
          <a:solidFill>
            <a:srgbClr val="FF6600"/>
          </a:solidFill>
          <a:ln>
            <a:noFill/>
          </a:ln>
          <a:effectLst>
            <a:outerShdw blurRad="44280" dist="28080" dir="5400000" rotWithShape="0">
              <a:srgbClr val="000000">
                <a:alpha val="31764"/>
              </a:srgbClr>
            </a:outerShdw>
          </a:effectLst>
        </p:spPr>
        <p:txBody>
          <a:bodyPr spcFirstLastPara="1" wrap="square" lIns="90000" tIns="45000" rIns="90000" bIns="45000" anchor="t" anchorCtr="0">
            <a:noAutofit/>
          </a:bodyPr>
          <a:lstStyle/>
          <a:p>
            <a:pPr marL="0" lvl="0" indent="0" rtl="0">
              <a:lnSpc>
                <a:spcPct val="90000"/>
              </a:lnSpc>
              <a:spcBef>
                <a:spcPts val="0"/>
              </a:spcBef>
              <a:spcAft>
                <a:spcPts val="0"/>
              </a:spcAft>
              <a:buNone/>
            </a:pPr>
            <a:r>
              <a:rPr lang="en-US" sz="4400" b="0" strike="noStrike">
                <a:solidFill>
                  <a:schemeClr val="bg1"/>
                </a:solidFill>
                <a:latin typeface="Times New Roman"/>
                <a:ea typeface="Times New Roman"/>
                <a:cs typeface="Times New Roman"/>
                <a:sym typeface="Times New Roman"/>
              </a:rPr>
              <a:t>Abstract</a:t>
            </a:r>
            <a:endParaRPr sz="2800" b="0" strike="noStrike">
              <a:solidFill>
                <a:schemeClr val="bg1"/>
              </a:solidFill>
              <a:latin typeface="Calibri"/>
              <a:ea typeface="Calibri"/>
              <a:cs typeface="Calibri"/>
              <a:sym typeface="Calibri"/>
            </a:endParaRPr>
          </a:p>
        </p:txBody>
      </p:sp>
      <p:sp>
        <p:nvSpPr>
          <p:cNvPr id="1048608" name="Google Shape;159;p4"/>
          <p:cNvSpPr txBox="1">
            <a:spLocks noGrp="1"/>
          </p:cNvSpPr>
          <p:nvPr>
            <p:ph type="body" idx="4294967295"/>
          </p:nvPr>
        </p:nvSpPr>
        <p:spPr>
          <a:xfrm>
            <a:off x="199440" y="1097280"/>
            <a:ext cx="11778840" cy="5394600"/>
          </a:xfrm>
          <a:prstGeom prst="rect">
            <a:avLst/>
          </a:prstGeom>
          <a:noFill/>
          <a:ln>
            <a:noFill/>
          </a:ln>
        </p:spPr>
        <p:txBody>
          <a:bodyPr spcFirstLastPara="1" wrap="square" lIns="91425" tIns="45700" rIns="91425" bIns="45700" anchor="t" anchorCtr="0">
            <a:noAutofit/>
          </a:bodyPr>
          <a:lstStyle/>
          <a:p>
            <a:pPr marL="0" lvl="0" indent="0" algn="just" rtl="0">
              <a:lnSpc>
                <a:spcPct val="115000"/>
              </a:lnSpc>
              <a:spcBef>
                <a:spcPts val="1000"/>
              </a:spcBef>
              <a:spcAft>
                <a:spcPts val="0"/>
              </a:spcAft>
              <a:buNone/>
            </a:pPr>
            <a:r>
              <a:rPr lang="en-US" sz="2800">
                <a:latin typeface="Times New Roman"/>
                <a:ea typeface="Times New Roman"/>
                <a:cs typeface="Times New Roman"/>
                <a:sym typeface="Times New Roman"/>
              </a:rPr>
              <a:t>The rapid rise of online education has increased the need for secure and reliable assessment systems. Many existing online exam platforms lack proper monitoring, which leads to cheating, impersonation, and other unfair practices. To address this problem, this project proposes an “</a:t>
            </a:r>
            <a:r>
              <a:rPr lang="en-US" sz="2800" b="1">
                <a:latin typeface="Times New Roman"/>
                <a:ea typeface="Times New Roman"/>
                <a:cs typeface="Times New Roman"/>
                <a:sym typeface="Times New Roman"/>
              </a:rPr>
              <a:t>Online Assessment System using AI-Based Monitoring”</a:t>
            </a:r>
            <a:r>
              <a:rPr lang="en-US" sz="2800">
                <a:latin typeface="Times New Roman"/>
                <a:ea typeface="Times New Roman"/>
                <a:cs typeface="Times New Roman"/>
                <a:sym typeface="Times New Roman"/>
              </a:rPr>
              <a:t>, which uses face recognition and real-time behavior analysis to verify student identity and detect suspicious activities during the exam. The system provides different roles for administrators, faculty, and students, making it easier to manage, conduct, and monitor exams securely. As a result, it helps in reducing malpractice and ensures a fair, transparent, and trustworthy online examination process.</a:t>
            </a:r>
            <a:endParaRPr sz="2800" b="0"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048599" name="Google Shape;164;p5"/>
          <p:cNvSpPr txBox="1">
            <a:spLocks noGrp="1"/>
          </p:cNvSpPr>
          <p:nvPr>
            <p:ph type="title" idx="4294967295"/>
          </p:nvPr>
        </p:nvSpPr>
        <p:spPr>
          <a:xfrm>
            <a:off x="0" y="232920"/>
            <a:ext cx="12191760" cy="714600"/>
          </a:xfrm>
          <a:prstGeom prst="rect">
            <a:avLst/>
          </a:prstGeom>
          <a:solidFill>
            <a:srgbClr val="FF6600"/>
          </a:solidFill>
          <a:ln>
            <a:noFill/>
          </a:ln>
          <a:effectLst>
            <a:outerShdw blurRad="44280" dist="28080" dir="5400000" rotWithShape="0">
              <a:srgbClr val="000000">
                <a:alpha val="31764"/>
              </a:srgbClr>
            </a:outerShdw>
          </a:effectLst>
        </p:spPr>
        <p:txBody>
          <a:bodyPr spcFirstLastPara="1" wrap="square" lIns="90000" tIns="45000" rIns="90000" bIns="45000" anchor="t" anchorCtr="0">
            <a:noAutofit/>
          </a:bodyPr>
          <a:lstStyle/>
          <a:p>
            <a:pPr marL="0" lvl="0" indent="0" algn="l" rtl="0">
              <a:lnSpc>
                <a:spcPct val="90000"/>
              </a:lnSpc>
              <a:spcBef>
                <a:spcPts val="0"/>
              </a:spcBef>
              <a:spcAft>
                <a:spcPts val="0"/>
              </a:spcAft>
              <a:buNone/>
            </a:pPr>
            <a:r>
              <a:rPr lang="en-US" sz="4400" b="0" strike="noStrike">
                <a:solidFill>
                  <a:srgbClr val="FFFFFF"/>
                </a:solidFill>
                <a:latin typeface="Times New Roman"/>
                <a:ea typeface="Times New Roman"/>
                <a:cs typeface="Times New Roman"/>
                <a:sym typeface="Times New Roman"/>
              </a:rPr>
              <a:t>Problem Statement</a:t>
            </a:r>
            <a:endParaRPr sz="4400" b="0" strike="noStrike">
              <a:solidFill>
                <a:srgbClr val="000000"/>
              </a:solidFill>
              <a:latin typeface="Calibri"/>
              <a:ea typeface="Calibri"/>
              <a:cs typeface="Calibri"/>
              <a:sym typeface="Calibri"/>
            </a:endParaRPr>
          </a:p>
        </p:txBody>
      </p:sp>
      <p:sp>
        <p:nvSpPr>
          <p:cNvPr id="1048600" name="Google Shape;165;p5"/>
          <p:cNvSpPr txBox="1">
            <a:spLocks noGrp="1"/>
          </p:cNvSpPr>
          <p:nvPr>
            <p:ph type="body" idx="4294967295"/>
          </p:nvPr>
        </p:nvSpPr>
        <p:spPr>
          <a:xfrm>
            <a:off x="199440" y="1097280"/>
            <a:ext cx="11459520" cy="5075280"/>
          </a:xfrm>
          <a:prstGeom prst="rect">
            <a:avLst/>
          </a:prstGeom>
          <a:noFill/>
          <a:ln>
            <a:noFill/>
          </a:ln>
        </p:spPr>
        <p:txBody>
          <a:bodyPr spcFirstLastPara="1" wrap="square" lIns="91425" tIns="45700" rIns="91425" bIns="45700" anchor="t" anchorCtr="0">
            <a:normAutofit/>
          </a:bodyPr>
          <a:lstStyle/>
          <a:p>
            <a:pPr marL="177800" lvl="0" indent="0" algn="just" rtl="0">
              <a:lnSpc>
                <a:spcPct val="115000"/>
              </a:lnSpc>
              <a:spcBef>
                <a:spcPts val="1000"/>
              </a:spcBef>
              <a:spcAft>
                <a:spcPts val="0"/>
              </a:spcAft>
              <a:buClr>
                <a:srgbClr val="000000"/>
              </a:buClr>
              <a:buSzPts val="2800"/>
              <a:buFont typeface="Noto Sans Symbols"/>
              <a:buNone/>
            </a:pPr>
            <a:r>
              <a:rPr lang="en-US" sz="2800">
                <a:latin typeface="Times New Roman"/>
                <a:ea typeface="Times New Roman"/>
                <a:cs typeface="Times New Roman"/>
                <a:sym typeface="Times New Roman"/>
              </a:rPr>
              <a:t>Ensuring integrity in online examinations is a persistent challenge due to weaknesses in current assessment systems. Many platforms lack effective mechanisms to verify student identity or detect dishonest behavior, making them vulnerable to cheating and impersonation. Reliance on manual supervision is not only inefficient but also difficult to enforce remotely. Therefore, there is a need for a robust AI-based online assessment system that can authenticate students reliably, monitor their actions in real time, and prevent malpractice, ensuring a secure and credible examination process.</a:t>
            </a:r>
            <a:endParaRPr sz="2800" b="0"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048591" name="Google Shape;170;p6"/>
          <p:cNvSpPr txBox="1">
            <a:spLocks noGrp="1"/>
          </p:cNvSpPr>
          <p:nvPr>
            <p:ph type="title" idx="4294967295"/>
          </p:nvPr>
        </p:nvSpPr>
        <p:spPr>
          <a:xfrm>
            <a:off x="0" y="232920"/>
            <a:ext cx="12191760" cy="714600"/>
          </a:xfrm>
          <a:prstGeom prst="rect">
            <a:avLst/>
          </a:prstGeom>
          <a:solidFill>
            <a:srgbClr val="FF6600"/>
          </a:solidFill>
          <a:ln>
            <a:noFill/>
          </a:ln>
          <a:effectLst>
            <a:outerShdw blurRad="44280" dist="28080" dir="5400000" rotWithShape="0">
              <a:srgbClr val="000000">
                <a:alpha val="31764"/>
              </a:srgbClr>
            </a:outerShdw>
          </a:effectLst>
        </p:spPr>
        <p:txBody>
          <a:bodyPr spcFirstLastPara="1" wrap="square" lIns="90000" tIns="45000" rIns="90000" bIns="45000" anchor="t" anchorCtr="0">
            <a:noAutofit/>
          </a:bodyPr>
          <a:lstStyle/>
          <a:p>
            <a:pPr marL="0" lvl="0" indent="0" algn="l" rtl="0">
              <a:lnSpc>
                <a:spcPct val="90000"/>
              </a:lnSpc>
              <a:spcBef>
                <a:spcPts val="0"/>
              </a:spcBef>
              <a:spcAft>
                <a:spcPts val="0"/>
              </a:spcAft>
              <a:buNone/>
            </a:pPr>
            <a:r>
              <a:rPr lang="en-US" sz="4400" b="0" strike="noStrike">
                <a:solidFill>
                  <a:srgbClr val="FFFFFF"/>
                </a:solidFill>
                <a:latin typeface="Times New Roman"/>
                <a:ea typeface="Times New Roman"/>
                <a:cs typeface="Times New Roman"/>
                <a:sym typeface="Times New Roman"/>
              </a:rPr>
              <a:t>Objectives of Project</a:t>
            </a:r>
            <a:endParaRPr sz="4400" b="0" strike="noStrike">
              <a:solidFill>
                <a:srgbClr val="000000"/>
              </a:solidFill>
              <a:latin typeface="Calibri"/>
              <a:ea typeface="Calibri"/>
              <a:cs typeface="Calibri"/>
              <a:sym typeface="Calibri"/>
            </a:endParaRPr>
          </a:p>
        </p:txBody>
      </p:sp>
      <p:sp>
        <p:nvSpPr>
          <p:cNvPr id="1048592" name="Google Shape;171;p6"/>
          <p:cNvSpPr txBox="1">
            <a:spLocks noGrp="1"/>
          </p:cNvSpPr>
          <p:nvPr>
            <p:ph type="body" idx="4294967295"/>
          </p:nvPr>
        </p:nvSpPr>
        <p:spPr>
          <a:xfrm>
            <a:off x="199440" y="1133280"/>
            <a:ext cx="11778840" cy="5394600"/>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1000"/>
              </a:spcBef>
              <a:spcAft>
                <a:spcPts val="0"/>
              </a:spcAft>
              <a:buClr>
                <a:schemeClr val="dk1"/>
              </a:buClr>
              <a:buSzPts val="1100"/>
              <a:buFont typeface="Arial"/>
              <a:buNone/>
            </a:pPr>
            <a:r>
              <a:rPr lang="en-US" sz="2800" b="1">
                <a:latin typeface="Times New Roman"/>
                <a:ea typeface="Times New Roman"/>
                <a:cs typeface="Times New Roman"/>
                <a:sym typeface="Times New Roman"/>
              </a:rPr>
              <a:t>Research Objective 1</a:t>
            </a:r>
            <a:r>
              <a:rPr lang="en-US" sz="2800">
                <a:latin typeface="Times New Roman"/>
                <a:ea typeface="Times New Roman"/>
                <a:cs typeface="Times New Roman"/>
                <a:sym typeface="Times New Roman"/>
              </a:rPr>
              <a:t>: </a:t>
            </a:r>
          </a:p>
          <a:p>
            <a:pPr marL="0" lvl="0" indent="0" algn="just" rtl="0">
              <a:lnSpc>
                <a:spcPct val="90000"/>
              </a:lnSpc>
              <a:spcBef>
                <a:spcPts val="1000"/>
              </a:spcBef>
              <a:spcAft>
                <a:spcPts val="0"/>
              </a:spcAft>
              <a:buClr>
                <a:schemeClr val="dk1"/>
              </a:buClr>
              <a:buSzPts val="1100"/>
              <a:buFont typeface="Arial"/>
              <a:buNone/>
            </a:pPr>
            <a:r>
              <a:rPr lang="en-US" sz="2800">
                <a:latin typeface="Times New Roman"/>
                <a:ea typeface="Times New Roman"/>
                <a:cs typeface="Times New Roman"/>
                <a:sym typeface="Times New Roman"/>
              </a:rPr>
              <a:t>To develop an AI-based system for authenticating students and monitoring their behavior during online examinations.</a:t>
            </a:r>
            <a:endParaRPr sz="2800">
              <a:latin typeface="Times New Roman"/>
              <a:ea typeface="Times New Roman"/>
              <a:cs typeface="Times New Roman"/>
              <a:sym typeface="Times New Roman"/>
            </a:endParaRPr>
          </a:p>
          <a:p>
            <a:pPr marL="0" lvl="0" indent="0" algn="just" rtl="0">
              <a:lnSpc>
                <a:spcPct val="90000"/>
              </a:lnSpc>
              <a:spcBef>
                <a:spcPts val="1000"/>
              </a:spcBef>
              <a:spcAft>
                <a:spcPts val="0"/>
              </a:spcAft>
              <a:buClr>
                <a:schemeClr val="dk1"/>
              </a:buClr>
              <a:buSzPts val="1100"/>
              <a:buFont typeface="Arial"/>
              <a:buNone/>
            </a:pPr>
            <a:endParaRPr sz="2800">
              <a:latin typeface="Times New Roman"/>
              <a:ea typeface="Times New Roman"/>
              <a:cs typeface="Times New Roman"/>
              <a:sym typeface="Times New Roman"/>
            </a:endParaRPr>
          </a:p>
          <a:p>
            <a:pPr marL="0" lvl="0" indent="0" algn="just" rtl="0">
              <a:lnSpc>
                <a:spcPct val="90000"/>
              </a:lnSpc>
              <a:spcBef>
                <a:spcPts val="1000"/>
              </a:spcBef>
              <a:spcAft>
                <a:spcPts val="0"/>
              </a:spcAft>
              <a:buClr>
                <a:schemeClr val="dk1"/>
              </a:buClr>
              <a:buSzPts val="1100"/>
              <a:buFont typeface="Arial"/>
              <a:buNone/>
            </a:pPr>
            <a:r>
              <a:rPr lang="en-US" sz="2800" b="1">
                <a:latin typeface="Times New Roman"/>
                <a:ea typeface="Times New Roman"/>
                <a:cs typeface="Times New Roman"/>
                <a:sym typeface="Times New Roman"/>
              </a:rPr>
              <a:t>Research Objective 2</a:t>
            </a:r>
            <a:r>
              <a:rPr lang="en-US" sz="2800">
                <a:latin typeface="Times New Roman"/>
                <a:ea typeface="Times New Roman"/>
                <a:cs typeface="Times New Roman"/>
                <a:sym typeface="Times New Roman"/>
              </a:rPr>
              <a:t>: </a:t>
            </a:r>
          </a:p>
          <a:p>
            <a:pPr marL="0" lvl="0" indent="0" algn="just" rtl="0">
              <a:lnSpc>
                <a:spcPct val="90000"/>
              </a:lnSpc>
              <a:spcBef>
                <a:spcPts val="1000"/>
              </a:spcBef>
              <a:spcAft>
                <a:spcPts val="0"/>
              </a:spcAft>
              <a:buClr>
                <a:schemeClr val="dk1"/>
              </a:buClr>
              <a:buSzPts val="1100"/>
              <a:buFont typeface="Arial"/>
              <a:buNone/>
            </a:pPr>
            <a:r>
              <a:rPr lang="en-US" sz="2800">
                <a:latin typeface="Times New Roman"/>
                <a:ea typeface="Times New Roman"/>
                <a:cs typeface="Times New Roman"/>
                <a:sym typeface="Times New Roman"/>
              </a:rPr>
              <a:t>To evaluate the effectiveness of the AI system in preventing malpractice and ensuring fairness in online assessments.</a:t>
            </a:r>
            <a:endParaRPr sz="2800">
              <a:latin typeface="Times New Roman"/>
              <a:ea typeface="Times New Roman"/>
              <a:cs typeface="Times New Roman"/>
              <a:sym typeface="Times New Roman"/>
            </a:endParaRPr>
          </a:p>
          <a:p>
            <a:pPr marL="0" lvl="0" indent="0" algn="just" rtl="0">
              <a:lnSpc>
                <a:spcPct val="90000"/>
              </a:lnSpc>
              <a:spcBef>
                <a:spcPts val="1000"/>
              </a:spcBef>
              <a:spcAft>
                <a:spcPts val="0"/>
              </a:spcAft>
              <a:buNone/>
            </a:pPr>
            <a:endParaRPr sz="2800">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048583" name="Google Shape;176;p7"/>
          <p:cNvSpPr txBox="1">
            <a:spLocks noGrp="1"/>
          </p:cNvSpPr>
          <p:nvPr>
            <p:ph type="title" idx="4294967295"/>
          </p:nvPr>
        </p:nvSpPr>
        <p:spPr>
          <a:xfrm>
            <a:off x="0" y="232920"/>
            <a:ext cx="12191760" cy="714600"/>
          </a:xfrm>
          <a:prstGeom prst="rect">
            <a:avLst/>
          </a:prstGeom>
          <a:solidFill>
            <a:srgbClr val="FF6600"/>
          </a:solidFill>
          <a:ln>
            <a:noFill/>
          </a:ln>
          <a:effectLst>
            <a:outerShdw blurRad="44280" dist="28080" dir="5400000" rotWithShape="0">
              <a:srgbClr val="000000">
                <a:alpha val="31764"/>
              </a:srgbClr>
            </a:outerShdw>
          </a:effectLst>
        </p:spPr>
        <p:txBody>
          <a:bodyPr spcFirstLastPara="1" wrap="square" lIns="90000" tIns="45000" rIns="90000" bIns="45000" anchor="t" anchorCtr="0">
            <a:noAutofit/>
          </a:bodyPr>
          <a:lstStyle/>
          <a:p>
            <a:pPr marL="0" lvl="0" indent="0" algn="just" rtl="0">
              <a:lnSpc>
                <a:spcPct val="90000"/>
              </a:lnSpc>
              <a:spcBef>
                <a:spcPts val="0"/>
              </a:spcBef>
              <a:spcAft>
                <a:spcPts val="0"/>
              </a:spcAft>
              <a:buNone/>
            </a:pPr>
            <a:r>
              <a:rPr lang="en-US" sz="4400" b="0" strike="noStrike">
                <a:solidFill>
                  <a:schemeClr val="bg1"/>
                </a:solidFill>
                <a:latin typeface="Times New Roman"/>
                <a:ea typeface="Times New Roman"/>
                <a:cs typeface="Times New Roman"/>
                <a:sym typeface="Times New Roman"/>
              </a:rPr>
              <a:t>Literature survey for objectives</a:t>
            </a:r>
            <a:endParaRPr sz="4400" b="0" strike="noStrike">
              <a:solidFill>
                <a:schemeClr val="bg1"/>
              </a:solidFill>
              <a:latin typeface="Calibri"/>
              <a:ea typeface="Calibri"/>
              <a:cs typeface="Calibri"/>
              <a:sym typeface="Calibri"/>
            </a:endParaRPr>
          </a:p>
        </p:txBody>
      </p:sp>
      <p:sp>
        <p:nvSpPr>
          <p:cNvPr id="1048584" name="Google Shape;177;p7"/>
          <p:cNvSpPr txBox="1">
            <a:spLocks noGrp="1"/>
          </p:cNvSpPr>
          <p:nvPr>
            <p:ph type="body" idx="4294967295"/>
          </p:nvPr>
        </p:nvSpPr>
        <p:spPr>
          <a:xfrm>
            <a:off x="199440" y="1097280"/>
            <a:ext cx="12193146" cy="5394600"/>
          </a:xfrm>
          <a:prstGeom prst="rect">
            <a:avLst/>
          </a:prstGeom>
          <a:noFill/>
          <a:ln w="28575" cap="flat" cmpd="sng">
            <a:solidFill>
              <a:srgbClr val="FFFFFF"/>
            </a:solidFill>
            <a:prstDash val="solid"/>
            <a:round/>
            <a:headEnd type="none" w="sm" len="sm"/>
            <a:tailEnd type="none" w="sm" len="sm"/>
          </a:ln>
        </p:spPr>
        <p:txBody>
          <a:bodyPr spcFirstLastPara="1" wrap="square" lIns="91425" tIns="45700" rIns="91425" bIns="45700" anchor="t" anchorCtr="0">
            <a:normAutofit/>
          </a:bodyPr>
          <a:lstStyle/>
          <a:p>
            <a:pPr marL="457200" lvl="0" indent="0" algn="just" rtl="0">
              <a:lnSpc>
                <a:spcPct val="90000"/>
              </a:lnSpc>
              <a:spcBef>
                <a:spcPts val="0"/>
              </a:spcBef>
              <a:spcAft>
                <a:spcPts val="0"/>
              </a:spcAft>
              <a:buNone/>
            </a:pPr>
            <a:r>
              <a:rPr lang="en-US" sz="2800" b="0" strike="noStrike">
                <a:solidFill>
                  <a:srgbClr val="000000"/>
                </a:solidFill>
                <a:latin typeface="Times New Roman"/>
                <a:ea typeface="Times New Roman"/>
                <a:cs typeface="Times New Roman"/>
                <a:sym typeface="Times New Roman"/>
              </a:rPr>
              <a:t>                                                                                                                                                                           </a:t>
            </a:r>
            <a:endParaRPr sz="2800" b="0" strike="noStrike">
              <a:solidFill>
                <a:srgbClr val="000000"/>
              </a:solidFill>
              <a:latin typeface="Times New Roman"/>
              <a:ea typeface="Times New Roman"/>
              <a:cs typeface="Times New Roman"/>
              <a:sym typeface="Times New Roman"/>
            </a:endParaRPr>
          </a:p>
        </p:txBody>
      </p:sp>
      <p:graphicFrame>
        <p:nvGraphicFramePr>
          <p:cNvPr id="4194304" name="Google Shape;178;p7"/>
          <p:cNvGraphicFramePr>
            <a:graphicFrameLocks/>
          </p:cNvGraphicFramePr>
          <p:nvPr>
            <p:extLst>
              <p:ext uri="{D42A27DB-BD31-4B8C-83A1-F6EECF244321}">
                <p14:modId xmlns:p14="http://schemas.microsoft.com/office/powerpoint/2010/main" val="1381276955"/>
              </p:ext>
            </p:extLst>
          </p:nvPr>
        </p:nvGraphicFramePr>
        <p:xfrm>
          <a:off x="199440" y="1097281"/>
          <a:ext cx="11315618" cy="5093701"/>
        </p:xfrm>
        <a:graphic>
          <a:graphicData uri="http://schemas.openxmlformats.org/drawingml/2006/table">
            <a:tbl>
              <a:tblPr>
                <a:noFill/>
                <a:tableStyleId>{86A6C50F-F4A3-4BDB-B4F6-054B70DB5224}</a:tableStyleId>
              </a:tblPr>
              <a:tblGrid>
                <a:gridCol w="576029">
                  <a:extLst>
                    <a:ext uri="{9D8B030D-6E8A-4147-A177-3AD203B41FA5}">
                      <a16:colId xmlns:a16="http://schemas.microsoft.com/office/drawing/2014/main" val="20000"/>
                    </a:ext>
                  </a:extLst>
                </a:gridCol>
                <a:gridCol w="2407023">
                  <a:extLst>
                    <a:ext uri="{9D8B030D-6E8A-4147-A177-3AD203B41FA5}">
                      <a16:colId xmlns:a16="http://schemas.microsoft.com/office/drawing/2014/main" val="20001"/>
                    </a:ext>
                  </a:extLst>
                </a:gridCol>
                <a:gridCol w="1491527">
                  <a:extLst>
                    <a:ext uri="{9D8B030D-6E8A-4147-A177-3AD203B41FA5}">
                      <a16:colId xmlns:a16="http://schemas.microsoft.com/office/drawing/2014/main" val="20002"/>
                    </a:ext>
                  </a:extLst>
                </a:gridCol>
                <a:gridCol w="1491527">
                  <a:extLst>
                    <a:ext uri="{9D8B030D-6E8A-4147-A177-3AD203B41FA5}">
                      <a16:colId xmlns:a16="http://schemas.microsoft.com/office/drawing/2014/main" val="20003"/>
                    </a:ext>
                  </a:extLst>
                </a:gridCol>
                <a:gridCol w="1491527">
                  <a:extLst>
                    <a:ext uri="{9D8B030D-6E8A-4147-A177-3AD203B41FA5}">
                      <a16:colId xmlns:a16="http://schemas.microsoft.com/office/drawing/2014/main" val="20004"/>
                    </a:ext>
                  </a:extLst>
                </a:gridCol>
                <a:gridCol w="1491527">
                  <a:extLst>
                    <a:ext uri="{9D8B030D-6E8A-4147-A177-3AD203B41FA5}">
                      <a16:colId xmlns:a16="http://schemas.microsoft.com/office/drawing/2014/main" val="20005"/>
                    </a:ext>
                  </a:extLst>
                </a:gridCol>
                <a:gridCol w="2366458">
                  <a:extLst>
                    <a:ext uri="{9D8B030D-6E8A-4147-A177-3AD203B41FA5}">
                      <a16:colId xmlns:a16="http://schemas.microsoft.com/office/drawing/2014/main" val="20006"/>
                    </a:ext>
                  </a:extLst>
                </a:gridCol>
              </a:tblGrid>
              <a:tr h="520524">
                <a:tc>
                  <a:txBody>
                    <a:bodyPr/>
                    <a:lstStyle/>
                    <a:p>
                      <a:pPr marL="0" lvl="0" indent="0" algn="l" rtl="0">
                        <a:spcBef>
                          <a:spcPts val="0"/>
                        </a:spcBef>
                        <a:spcAft>
                          <a:spcPts val="0"/>
                        </a:spcAft>
                        <a:buNone/>
                      </a:pPr>
                      <a:r>
                        <a:rPr lang="en-US" sz="1400">
                          <a:solidFill>
                            <a:srgbClr val="FFFFFF"/>
                          </a:solidFill>
                          <a:latin typeface="Times New Roman" panose="02020603050405020304" pitchFamily="18" charset="0"/>
                          <a:ea typeface="Verdana"/>
                          <a:cs typeface="Times New Roman" panose="02020603050405020304" pitchFamily="18" charset="0"/>
                          <a:sym typeface="Verdana"/>
                        </a:rPr>
                        <a:t>No</a:t>
                      </a:r>
                      <a:endParaRPr sz="1400">
                        <a:solidFill>
                          <a:srgbClr val="FFFFFF"/>
                        </a:solidFill>
                        <a:latin typeface="Times New Roman" panose="02020603050405020304" pitchFamily="18" charset="0"/>
                        <a:ea typeface="Verdana"/>
                        <a:cs typeface="Times New Roman" panose="02020603050405020304" pitchFamily="18" charset="0"/>
                        <a:sym typeface="Verdana"/>
                      </a:endParaRPr>
                    </a:p>
                  </a:txBody>
                  <a:tcPr marL="91425" marR="91425" marT="91425" marB="914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accent1"/>
                    </a:solidFill>
                  </a:tcPr>
                </a:tc>
                <a:tc>
                  <a:txBody>
                    <a:bodyPr/>
                    <a:lstStyle/>
                    <a:p>
                      <a:pPr marL="0" lvl="0" indent="0" algn="l" rtl="0">
                        <a:spcBef>
                          <a:spcPts val="0"/>
                        </a:spcBef>
                        <a:spcAft>
                          <a:spcPts val="0"/>
                        </a:spcAft>
                        <a:buNone/>
                      </a:pPr>
                      <a:r>
                        <a:rPr lang="en-US" sz="1400">
                          <a:solidFill>
                            <a:srgbClr val="FFFFFF"/>
                          </a:solidFill>
                          <a:latin typeface="Times New Roman" panose="02020603050405020304" pitchFamily="18" charset="0"/>
                          <a:ea typeface="Verdana"/>
                          <a:cs typeface="Times New Roman" panose="02020603050405020304" pitchFamily="18" charset="0"/>
                          <a:sym typeface="Verdana"/>
                        </a:rPr>
                        <a:t>Title</a:t>
                      </a:r>
                      <a:endParaRPr sz="1400">
                        <a:solidFill>
                          <a:srgbClr val="FFFFFF"/>
                        </a:solidFill>
                        <a:latin typeface="Times New Roman" panose="02020603050405020304" pitchFamily="18" charset="0"/>
                        <a:ea typeface="Verdana"/>
                        <a:cs typeface="Times New Roman" panose="02020603050405020304" pitchFamily="18" charset="0"/>
                        <a:sym typeface="Verdana"/>
                      </a:endParaRPr>
                    </a:p>
                  </a:txBody>
                  <a:tcPr marL="91425" marR="91425" marT="91425" marB="914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accent1"/>
                    </a:solidFill>
                  </a:tcPr>
                </a:tc>
                <a:tc>
                  <a:txBody>
                    <a:bodyPr/>
                    <a:lstStyle/>
                    <a:p>
                      <a:pPr marL="0" lvl="0" indent="0" algn="l" rtl="0">
                        <a:spcBef>
                          <a:spcPts val="0"/>
                        </a:spcBef>
                        <a:spcAft>
                          <a:spcPts val="0"/>
                        </a:spcAft>
                        <a:buNone/>
                      </a:pPr>
                      <a:r>
                        <a:rPr lang="en-US" sz="1400">
                          <a:solidFill>
                            <a:srgbClr val="FFFFFF"/>
                          </a:solidFill>
                          <a:latin typeface="Times New Roman" panose="02020603050405020304" pitchFamily="18" charset="0"/>
                          <a:cs typeface="Times New Roman" panose="02020603050405020304" pitchFamily="18" charset="0"/>
                        </a:rPr>
                        <a:t>Authors</a:t>
                      </a:r>
                      <a:endParaRPr sz="1400">
                        <a:solidFill>
                          <a:srgbClr val="FFFFFF"/>
                        </a:solidFill>
                        <a:latin typeface="Times New Roman" panose="02020603050405020304" pitchFamily="18" charset="0"/>
                        <a:cs typeface="Times New Roman" panose="02020603050405020304" pitchFamily="18" charset="0"/>
                      </a:endParaRPr>
                    </a:p>
                  </a:txBody>
                  <a:tcPr marL="91425" marR="91425" marT="91425" marB="914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accent1"/>
                    </a:solidFill>
                  </a:tcPr>
                </a:tc>
                <a:tc>
                  <a:txBody>
                    <a:bodyPr/>
                    <a:lstStyle/>
                    <a:p>
                      <a:pPr marL="0" lvl="0" indent="0" algn="l" rtl="0">
                        <a:spcBef>
                          <a:spcPts val="0"/>
                        </a:spcBef>
                        <a:spcAft>
                          <a:spcPts val="0"/>
                        </a:spcAft>
                        <a:buNone/>
                      </a:pPr>
                      <a:r>
                        <a:rPr lang="en-US" sz="1400">
                          <a:solidFill>
                            <a:srgbClr val="FFFFFF"/>
                          </a:solidFill>
                          <a:latin typeface="Times New Roman" panose="02020603050405020304" pitchFamily="18" charset="0"/>
                          <a:cs typeface="Times New Roman" panose="02020603050405020304" pitchFamily="18" charset="0"/>
                        </a:rPr>
                        <a:t>Journal Name &amp; Year</a:t>
                      </a:r>
                      <a:endParaRPr sz="1400">
                        <a:solidFill>
                          <a:srgbClr val="FFFFFF"/>
                        </a:solidFill>
                        <a:latin typeface="Times New Roman" panose="02020603050405020304" pitchFamily="18" charset="0"/>
                        <a:cs typeface="Times New Roman" panose="02020603050405020304" pitchFamily="18" charset="0"/>
                      </a:endParaRPr>
                    </a:p>
                  </a:txBody>
                  <a:tcPr marL="91425" marR="91425" marT="91425" marB="914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accent1"/>
                    </a:solidFill>
                  </a:tcPr>
                </a:tc>
                <a:tc>
                  <a:txBody>
                    <a:bodyPr/>
                    <a:lstStyle/>
                    <a:p>
                      <a:pPr marL="0" lvl="0" indent="0" algn="l" rtl="0">
                        <a:spcBef>
                          <a:spcPts val="0"/>
                        </a:spcBef>
                        <a:spcAft>
                          <a:spcPts val="0"/>
                        </a:spcAft>
                        <a:buNone/>
                      </a:pPr>
                      <a:r>
                        <a:rPr lang="en-US" sz="1400">
                          <a:solidFill>
                            <a:srgbClr val="FFFFFF"/>
                          </a:solidFill>
                          <a:latin typeface="Times New Roman" panose="02020603050405020304" pitchFamily="18" charset="0"/>
                          <a:cs typeface="Times New Roman" panose="02020603050405020304" pitchFamily="18" charset="0"/>
                        </a:rPr>
                        <a:t>Methodology Adapted</a:t>
                      </a:r>
                      <a:endParaRPr sz="1400">
                        <a:solidFill>
                          <a:srgbClr val="FFFFFF"/>
                        </a:solidFill>
                        <a:latin typeface="Times New Roman" panose="02020603050405020304" pitchFamily="18" charset="0"/>
                        <a:cs typeface="Times New Roman" panose="02020603050405020304" pitchFamily="18" charset="0"/>
                      </a:endParaRPr>
                    </a:p>
                  </a:txBody>
                  <a:tcPr marL="91425" marR="91425" marT="91425" marB="914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accent1"/>
                    </a:solidFill>
                  </a:tcPr>
                </a:tc>
                <a:tc>
                  <a:txBody>
                    <a:bodyPr/>
                    <a:lstStyle/>
                    <a:p>
                      <a:pPr marL="0" lvl="0" indent="0" algn="l" rtl="0">
                        <a:spcBef>
                          <a:spcPts val="0"/>
                        </a:spcBef>
                        <a:spcAft>
                          <a:spcPts val="0"/>
                        </a:spcAft>
                        <a:buNone/>
                      </a:pPr>
                      <a:r>
                        <a:rPr lang="en-US" sz="1400">
                          <a:solidFill>
                            <a:srgbClr val="FFFFFF"/>
                          </a:solidFill>
                          <a:latin typeface="Times New Roman" panose="02020603050405020304" pitchFamily="18" charset="0"/>
                          <a:cs typeface="Times New Roman" panose="02020603050405020304" pitchFamily="18" charset="0"/>
                        </a:rPr>
                        <a:t>Key Findings</a:t>
                      </a:r>
                      <a:endParaRPr sz="1400">
                        <a:solidFill>
                          <a:srgbClr val="FFFFFF"/>
                        </a:solidFill>
                        <a:latin typeface="Times New Roman" panose="02020603050405020304" pitchFamily="18" charset="0"/>
                        <a:cs typeface="Times New Roman" panose="02020603050405020304" pitchFamily="18" charset="0"/>
                      </a:endParaRPr>
                    </a:p>
                  </a:txBody>
                  <a:tcPr marL="91425" marR="91425" marT="91425" marB="914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accent1"/>
                    </a:solidFill>
                  </a:tcPr>
                </a:tc>
                <a:tc>
                  <a:txBody>
                    <a:bodyPr/>
                    <a:lstStyle/>
                    <a:p>
                      <a:pPr marL="0" lvl="0" indent="0" algn="l" rtl="0">
                        <a:spcBef>
                          <a:spcPts val="0"/>
                        </a:spcBef>
                        <a:spcAft>
                          <a:spcPts val="0"/>
                        </a:spcAft>
                        <a:buNone/>
                      </a:pPr>
                      <a:r>
                        <a:rPr lang="en-US" sz="1400">
                          <a:solidFill>
                            <a:srgbClr val="FFFFFF"/>
                          </a:solidFill>
                          <a:latin typeface="Times New Roman" panose="02020603050405020304" pitchFamily="18" charset="0"/>
                          <a:cs typeface="Times New Roman" panose="02020603050405020304" pitchFamily="18" charset="0"/>
                        </a:rPr>
                        <a:t>Gaps</a:t>
                      </a:r>
                      <a:endParaRPr sz="1400">
                        <a:solidFill>
                          <a:srgbClr val="FFFFFF"/>
                        </a:solidFill>
                        <a:latin typeface="Times New Roman" panose="02020603050405020304" pitchFamily="18" charset="0"/>
                        <a:cs typeface="Times New Roman" panose="02020603050405020304" pitchFamily="18" charset="0"/>
                      </a:endParaRPr>
                    </a:p>
                  </a:txBody>
                  <a:tcPr marL="91425" marR="91425" marT="91425" marB="914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1431486">
                <a:tc>
                  <a:txBody>
                    <a:bodyPr/>
                    <a:lstStyle/>
                    <a:p>
                      <a:pPr marL="0" lvl="0" indent="0" algn="l" rtl="0">
                        <a:spcBef>
                          <a:spcPts val="0"/>
                        </a:spcBef>
                        <a:spcAft>
                          <a:spcPts val="0"/>
                        </a:spcAft>
                        <a:buNone/>
                      </a:pPr>
                      <a:r>
                        <a:rPr lang="en-US" sz="1400">
                          <a:solidFill>
                            <a:schemeClr val="dk1"/>
                          </a:solidFill>
                          <a:latin typeface="Times New Roman" panose="02020603050405020304" pitchFamily="18" charset="0"/>
                          <a:cs typeface="Times New Roman" panose="02020603050405020304" pitchFamily="18" charset="0"/>
                        </a:rPr>
                        <a:t>1.</a:t>
                      </a:r>
                      <a:endParaRPr sz="1400">
                        <a:solidFill>
                          <a:schemeClr val="dk1"/>
                        </a:solidFill>
                        <a:latin typeface="Times New Roman" panose="02020603050405020304" pitchFamily="18" charset="0"/>
                        <a:cs typeface="Times New Roman" panose="02020603050405020304" pitchFamily="18" charset="0"/>
                      </a:endParaRPr>
                    </a:p>
                  </a:txBody>
                  <a:tcPr marL="91425" marR="91425" marT="91425" marB="914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A2C4C9"/>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altLang="en-IN" sz="1400">
                          <a:solidFill>
                            <a:schemeClr val="dk1"/>
                          </a:solidFill>
                          <a:latin typeface="Times New Roman" panose="02020603050405020304" pitchFamily="18" charset="0"/>
                          <a:cs typeface="Times New Roman" panose="02020603050405020304" pitchFamily="18" charset="0"/>
                        </a:rPr>
                        <a:t>Cheating Detection and Prevention Techniques in Online System for University Examinations</a:t>
                      </a:r>
                      <a:endParaRPr lang="en-US" sz="1400">
                        <a:solidFill>
                          <a:schemeClr val="dk1"/>
                        </a:solidFill>
                        <a:latin typeface="Times New Roman" panose="02020603050405020304" pitchFamily="18" charset="0"/>
                        <a:cs typeface="Times New Roman" panose="02020603050405020304" pitchFamily="18" charset="0"/>
                      </a:endParaRPr>
                    </a:p>
                  </a:txBody>
                  <a:tcPr marL="91425" marR="91425" marT="91425" marB="914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A2C4C9"/>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altLang="en-IN" sz="1400">
                          <a:solidFill>
                            <a:schemeClr val="dk1"/>
                          </a:solidFill>
                          <a:latin typeface="Times New Roman" panose="02020603050405020304" pitchFamily="18" charset="0"/>
                          <a:cs typeface="Times New Roman" panose="02020603050405020304" pitchFamily="18" charset="0"/>
                        </a:rPr>
                        <a:t>Narender K and Harish R</a:t>
                      </a:r>
                      <a:endParaRPr lang="en-US" sz="1400">
                        <a:solidFill>
                          <a:schemeClr val="dk1"/>
                        </a:solidFill>
                        <a:latin typeface="Times New Roman" panose="02020603050405020304" pitchFamily="18" charset="0"/>
                        <a:cs typeface="Times New Roman" panose="02020603050405020304" pitchFamily="18" charset="0"/>
                      </a:endParaRPr>
                    </a:p>
                  </a:txBody>
                  <a:tcPr marL="91425" marR="91425" marT="91425" marB="914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A2C4C9"/>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a:solidFill>
                            <a:schemeClr val="dk1"/>
                          </a:solidFill>
                          <a:latin typeface="Times New Roman" panose="02020603050405020304" pitchFamily="18" charset="0"/>
                          <a:cs typeface="Times New Roman" panose="02020603050405020304" pitchFamily="18" charset="0"/>
                        </a:rPr>
                        <a:t>International Research Journal on Advanced Engineering Hub(IRJAEH)-2024</a:t>
                      </a:r>
                    </a:p>
                  </a:txBody>
                  <a:tcPr marL="91425" marR="91425" marT="91425" marB="914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A2C4C9"/>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a:solidFill>
                            <a:schemeClr val="dk1"/>
                          </a:solidFill>
                          <a:latin typeface="Times New Roman" panose="02020603050405020304" pitchFamily="18" charset="0"/>
                          <a:cs typeface="Times New Roman" panose="02020603050405020304" pitchFamily="18" charset="0"/>
                        </a:rPr>
                        <a:t>Biometric authentication, Network monitoring</a:t>
                      </a:r>
                    </a:p>
                  </a:txBody>
                  <a:tcPr marL="91425" marR="91425" marT="91425" marB="914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A2C4C9"/>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a:solidFill>
                            <a:schemeClr val="dk1"/>
                          </a:solidFill>
                          <a:latin typeface="Times New Roman" panose="02020603050405020304" pitchFamily="18" charset="0"/>
                          <a:cs typeface="Times New Roman" panose="02020603050405020304" pitchFamily="18" charset="0"/>
                        </a:rPr>
                        <a:t>Combining techniques increases effectiveness</a:t>
                      </a:r>
                    </a:p>
                  </a:txBody>
                  <a:tcPr marL="91425" marR="91425" marT="91425" marB="914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A2C4C9"/>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altLang="en-IN" sz="1400">
                          <a:solidFill>
                            <a:schemeClr val="dk1"/>
                          </a:solidFill>
                          <a:latin typeface="Times New Roman" panose="02020603050405020304" pitchFamily="18" charset="0"/>
                          <a:cs typeface="Times New Roman" panose="02020603050405020304" pitchFamily="18" charset="0"/>
                        </a:rPr>
                        <a:t>Review only; no real-time AI, no mobile/object detection</a:t>
                      </a:r>
                      <a:endParaRPr lang="en-US" sz="1400">
                        <a:solidFill>
                          <a:schemeClr val="dk1"/>
                        </a:solidFill>
                        <a:latin typeface="Times New Roman" panose="02020603050405020304" pitchFamily="18" charset="0"/>
                        <a:cs typeface="Times New Roman" panose="02020603050405020304" pitchFamily="18" charset="0"/>
                      </a:endParaRPr>
                    </a:p>
                  </a:txBody>
                  <a:tcPr marL="91425" marR="91425" marT="91425" marB="914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A2C4C9"/>
                    </a:solidFill>
                  </a:tcPr>
                </a:tc>
                <a:extLst>
                  <a:ext uri="{0D108BD9-81ED-4DB2-BD59-A6C34878D82A}">
                    <a16:rowId xmlns:a16="http://schemas.microsoft.com/office/drawing/2014/main" val="10001"/>
                  </a:ext>
                </a:extLst>
              </a:tr>
              <a:tr h="1558111">
                <a:tc>
                  <a:txBody>
                    <a:bodyPr/>
                    <a:lstStyle/>
                    <a:p>
                      <a:pPr marL="0" lvl="0" indent="0" algn="l" rtl="0">
                        <a:spcBef>
                          <a:spcPts val="0"/>
                        </a:spcBef>
                        <a:spcAft>
                          <a:spcPts val="0"/>
                        </a:spcAft>
                        <a:buNone/>
                      </a:pPr>
                      <a:r>
                        <a:rPr lang="en-US" sz="1400">
                          <a:solidFill>
                            <a:schemeClr val="dk1"/>
                          </a:solidFill>
                          <a:latin typeface="Times New Roman" panose="02020603050405020304" pitchFamily="18" charset="0"/>
                          <a:cs typeface="Times New Roman" panose="02020603050405020304" pitchFamily="18" charset="0"/>
                        </a:rPr>
                        <a:t>2.</a:t>
                      </a:r>
                      <a:endParaRPr sz="1400">
                        <a:solidFill>
                          <a:schemeClr val="dk1"/>
                        </a:solidFill>
                        <a:latin typeface="Times New Roman" panose="02020603050405020304" pitchFamily="18" charset="0"/>
                        <a:cs typeface="Times New Roman" panose="02020603050405020304" pitchFamily="18" charset="0"/>
                      </a:endParaRPr>
                    </a:p>
                  </a:txBody>
                  <a:tcPr marL="91425" marR="91425" marT="91425" marB="91425">
                    <a:lnL w="28575" cap="flat" cmpd="sng">
                      <a:solidFill>
                        <a:srgbClr val="FFFFFF"/>
                      </a:solidFill>
                      <a:prstDash val="solid"/>
                      <a:round/>
                      <a:headEnd type="none" w="sm" len="sm"/>
                      <a:tailEnd type="none" w="sm" len="sm"/>
                    </a:lnL>
                    <a:lnR w="28575" cap="flat" cmpd="sng" algn="ctr">
                      <a:solidFill>
                        <a:srgbClr val="FFFFFF"/>
                      </a:solidFill>
                      <a:prstDash val="solid"/>
                      <a:round/>
                      <a:headEnd type="none" w="sm" len="sm"/>
                      <a:tailEnd type="none" w="sm" len="sm"/>
                    </a:lnR>
                    <a:lnT w="28575" cap="flat" cmpd="sng" algn="ctr">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D0E0E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altLang="en-IN" sz="1400">
                          <a:solidFill>
                            <a:schemeClr val="dk1"/>
                          </a:solidFill>
                          <a:latin typeface="Times New Roman" panose="02020603050405020304" pitchFamily="18" charset="0"/>
                          <a:cs typeface="Times New Roman" panose="02020603050405020304" pitchFamily="18" charset="0"/>
                        </a:rPr>
                        <a:t>AI-based diagnostic assessment integrated with a knowledge map</a:t>
                      </a:r>
                      <a:endParaRPr lang="en-US" sz="1400">
                        <a:solidFill>
                          <a:schemeClr val="dk1"/>
                        </a:solidFill>
                        <a:latin typeface="Times New Roman" panose="02020603050405020304" pitchFamily="18" charset="0"/>
                        <a:cs typeface="Times New Roman" panose="02020603050405020304" pitchFamily="18" charset="0"/>
                      </a:endParaRPr>
                    </a:p>
                  </a:txBody>
                  <a:tcPr marL="91425" marR="91425" marT="91425" marB="91425">
                    <a:lnL w="28575" cap="flat" cmpd="sng" algn="ctr">
                      <a:solidFill>
                        <a:srgbClr val="FFFFFF"/>
                      </a:solidFill>
                      <a:prstDash val="solid"/>
                      <a:round/>
                      <a:headEnd type="none" w="sm" len="sm"/>
                      <a:tailEnd type="none" w="sm" len="sm"/>
                    </a:lnL>
                    <a:lnR w="28575" cap="flat" cmpd="sng" algn="ctr">
                      <a:solidFill>
                        <a:srgbClr val="FFFFFF"/>
                      </a:solidFill>
                      <a:prstDash val="solid"/>
                      <a:round/>
                      <a:headEnd type="none" w="sm" len="sm"/>
                      <a:tailEnd type="none" w="sm" len="sm"/>
                    </a:lnR>
                    <a:lnT w="28575" cap="flat" cmpd="sng" algn="ctr">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D0E0E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altLang="en-IN" sz="1400">
                          <a:solidFill>
                            <a:schemeClr val="dk1"/>
                          </a:solidFill>
                          <a:latin typeface="Times New Roman" panose="02020603050405020304" pitchFamily="18" charset="0"/>
                          <a:cs typeface="Times New Roman" panose="02020603050405020304" pitchFamily="18" charset="0"/>
                        </a:rPr>
                        <a:t>Chia‑An Lee, Nen-Fu Huang, Jian-Wei Tzeng and Pin-Han Tsai</a:t>
                      </a:r>
                      <a:endParaRPr lang="en-US" sz="1400">
                        <a:solidFill>
                          <a:schemeClr val="dk1"/>
                        </a:solidFill>
                        <a:latin typeface="Times New Roman" panose="02020603050405020304" pitchFamily="18" charset="0"/>
                        <a:cs typeface="Times New Roman" panose="02020603050405020304" pitchFamily="18" charset="0"/>
                      </a:endParaRPr>
                    </a:p>
                  </a:txBody>
                  <a:tcPr marL="91425" marR="91425" marT="91425" marB="91425">
                    <a:lnL w="28575" cap="flat" cmpd="sng" algn="ctr">
                      <a:solidFill>
                        <a:srgbClr val="FFFFFF"/>
                      </a:solidFill>
                      <a:prstDash val="solid"/>
                      <a:round/>
                      <a:headEnd type="none" w="sm" len="sm"/>
                      <a:tailEnd type="none" w="sm" len="sm"/>
                    </a:lnL>
                    <a:lnR w="28575" cap="flat" cmpd="sng" algn="ctr">
                      <a:solidFill>
                        <a:srgbClr val="FFFFFF"/>
                      </a:solidFill>
                      <a:prstDash val="solid"/>
                      <a:round/>
                      <a:headEnd type="none" w="sm" len="sm"/>
                      <a:tailEnd type="none" w="sm" len="sm"/>
                    </a:lnR>
                    <a:lnT w="28575" cap="flat" cmpd="sng" algn="ctr">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D0E0E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altLang="en-IN" sz="1400">
                          <a:solidFill>
                            <a:schemeClr val="dk1"/>
                          </a:solidFill>
                          <a:latin typeface="Times New Roman" panose="02020603050405020304" pitchFamily="18" charset="0"/>
                          <a:cs typeface="Times New Roman" panose="02020603050405020304" pitchFamily="18" charset="0"/>
                        </a:rPr>
                        <a:t>IEEE Transactions on Learning Technologies-2023</a:t>
                      </a:r>
                      <a:endParaRPr lang="en-US" sz="1400">
                        <a:solidFill>
                          <a:schemeClr val="dk1"/>
                        </a:solidFill>
                        <a:latin typeface="Times New Roman" panose="02020603050405020304" pitchFamily="18" charset="0"/>
                        <a:cs typeface="Times New Roman" panose="02020603050405020304" pitchFamily="18" charset="0"/>
                      </a:endParaRPr>
                    </a:p>
                  </a:txBody>
                  <a:tcPr marL="91425" marR="91425" marT="91425" marB="91425">
                    <a:lnL w="28575" cap="flat" cmpd="sng" algn="ctr">
                      <a:solidFill>
                        <a:srgbClr val="FFFFFF"/>
                      </a:solidFill>
                      <a:prstDash val="solid"/>
                      <a:round/>
                      <a:headEnd type="none" w="sm" len="sm"/>
                      <a:tailEnd type="none" w="sm" len="sm"/>
                    </a:lnL>
                    <a:lnR w="28575" cap="flat" cmpd="sng" algn="ctr">
                      <a:solidFill>
                        <a:srgbClr val="FFFFFF"/>
                      </a:solidFill>
                      <a:prstDash val="solid"/>
                      <a:round/>
                      <a:headEnd type="none" w="sm" len="sm"/>
                      <a:tailEnd type="none" w="sm" len="sm"/>
                    </a:lnR>
                    <a:lnT w="28575" cap="flat" cmpd="sng" algn="ctr">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D0E0E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altLang="en-IN" sz="1400">
                          <a:solidFill>
                            <a:schemeClr val="dk1"/>
                          </a:solidFill>
                          <a:latin typeface="Times New Roman" panose="02020603050405020304" pitchFamily="18" charset="0"/>
                          <a:cs typeface="Times New Roman" panose="02020603050405020304" pitchFamily="18" charset="0"/>
                        </a:rPr>
                        <a:t>AI-based diagnostic assessment with knowledge map</a:t>
                      </a:r>
                      <a:endParaRPr lang="en-US" sz="1400">
                        <a:solidFill>
                          <a:schemeClr val="dk1"/>
                        </a:solidFill>
                        <a:latin typeface="Times New Roman" panose="02020603050405020304" pitchFamily="18" charset="0"/>
                        <a:cs typeface="Times New Roman" panose="02020603050405020304" pitchFamily="18" charset="0"/>
                      </a:endParaRPr>
                    </a:p>
                  </a:txBody>
                  <a:tcPr marL="91425" marR="91425" marT="91425" marB="91425">
                    <a:lnL w="28575" cap="flat" cmpd="sng" algn="ctr">
                      <a:solidFill>
                        <a:srgbClr val="FFFFFF"/>
                      </a:solidFill>
                      <a:prstDash val="solid"/>
                      <a:round/>
                      <a:headEnd type="none" w="sm" len="sm"/>
                      <a:tailEnd type="none" w="sm" len="sm"/>
                    </a:lnL>
                    <a:lnR w="28575" cap="flat" cmpd="sng" algn="ctr">
                      <a:solidFill>
                        <a:srgbClr val="FFFFFF"/>
                      </a:solidFill>
                      <a:prstDash val="solid"/>
                      <a:round/>
                      <a:headEnd type="none" w="sm" len="sm"/>
                      <a:tailEnd type="none" w="sm" len="sm"/>
                    </a:lnR>
                    <a:lnT w="28575" cap="flat" cmpd="sng" algn="ctr">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D0E0E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altLang="en-IN" sz="1400">
                          <a:solidFill>
                            <a:schemeClr val="dk1"/>
                          </a:solidFill>
                          <a:latin typeface="Times New Roman" panose="02020603050405020304" pitchFamily="18" charset="0"/>
                          <a:cs typeface="Times New Roman" panose="02020603050405020304" pitchFamily="18" charset="0"/>
                        </a:rPr>
                        <a:t>Can see which topics students know well or not; helps personalize learning</a:t>
                      </a:r>
                      <a:endParaRPr lang="en-US" sz="1400">
                        <a:solidFill>
                          <a:schemeClr val="dk1"/>
                        </a:solidFill>
                        <a:latin typeface="Times New Roman" panose="02020603050405020304" pitchFamily="18" charset="0"/>
                        <a:cs typeface="Times New Roman" panose="02020603050405020304" pitchFamily="18" charset="0"/>
                      </a:endParaRPr>
                    </a:p>
                  </a:txBody>
                  <a:tcPr marL="91425" marR="91425" marT="91425" marB="91425">
                    <a:lnL w="28575" cap="flat" cmpd="sng" algn="ctr">
                      <a:solidFill>
                        <a:srgbClr val="FFFFFF"/>
                      </a:solidFill>
                      <a:prstDash val="solid"/>
                      <a:round/>
                      <a:headEnd type="none" w="sm" len="sm"/>
                      <a:tailEnd type="none" w="sm" len="sm"/>
                    </a:lnL>
                    <a:lnR w="28575" cap="flat" cmpd="sng" algn="ctr">
                      <a:solidFill>
                        <a:srgbClr val="FFFFFF"/>
                      </a:solidFill>
                      <a:prstDash val="solid"/>
                      <a:round/>
                      <a:headEnd type="none" w="sm" len="sm"/>
                      <a:tailEnd type="none" w="sm" len="sm"/>
                    </a:lnR>
                    <a:lnT w="28575" cap="flat" cmpd="sng" algn="ctr">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D0E0E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altLang="en-IN" sz="1400">
                          <a:solidFill>
                            <a:schemeClr val="dk1"/>
                          </a:solidFill>
                          <a:latin typeface="Times New Roman" panose="02020603050405020304" pitchFamily="18" charset="0"/>
                          <a:cs typeface="Times New Roman" panose="02020603050405020304" pitchFamily="18" charset="0"/>
                        </a:rPr>
                        <a:t>Knowledge map must be made manually; needs good data; does not stop cheating</a:t>
                      </a:r>
                      <a:endParaRPr lang="en-US" sz="1400">
                        <a:solidFill>
                          <a:schemeClr val="dk1"/>
                        </a:solidFill>
                        <a:latin typeface="Times New Roman" panose="02020603050405020304" pitchFamily="18" charset="0"/>
                        <a:cs typeface="Times New Roman" panose="02020603050405020304" pitchFamily="18" charset="0"/>
                      </a:endParaRPr>
                    </a:p>
                  </a:txBody>
                  <a:tcPr marL="91425" marR="91425" marT="91425" marB="91425">
                    <a:lnL w="28575" cap="flat" cmpd="sng" algn="ctr">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lgn="ctr">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D0E0E3"/>
                    </a:solidFill>
                  </a:tcPr>
                </a:tc>
                <a:extLst>
                  <a:ext uri="{0D108BD9-81ED-4DB2-BD59-A6C34878D82A}">
                    <a16:rowId xmlns:a16="http://schemas.microsoft.com/office/drawing/2014/main" val="10002"/>
                  </a:ext>
                </a:extLst>
              </a:tr>
              <a:tr h="1249293">
                <a:tc>
                  <a:txBody>
                    <a:bodyPr/>
                    <a:lstStyle/>
                    <a:p>
                      <a:pPr marL="0" lvl="0" indent="0" algn="l" rtl="0">
                        <a:spcBef>
                          <a:spcPts val="0"/>
                        </a:spcBef>
                        <a:spcAft>
                          <a:spcPts val="0"/>
                        </a:spcAft>
                        <a:buNone/>
                      </a:pPr>
                      <a:r>
                        <a:rPr lang="en-US" sz="1400">
                          <a:solidFill>
                            <a:schemeClr val="dk1"/>
                          </a:solidFill>
                          <a:latin typeface="Times New Roman" panose="02020603050405020304" pitchFamily="18" charset="0"/>
                          <a:cs typeface="Times New Roman" panose="02020603050405020304" pitchFamily="18" charset="0"/>
                        </a:rPr>
                        <a:t>3.</a:t>
                      </a:r>
                      <a:endParaRPr sz="1400">
                        <a:solidFill>
                          <a:schemeClr val="dk1"/>
                        </a:solidFill>
                        <a:latin typeface="Times New Roman" panose="02020603050405020304" pitchFamily="18" charset="0"/>
                        <a:cs typeface="Times New Roman" panose="02020603050405020304" pitchFamily="18" charset="0"/>
                      </a:endParaRPr>
                    </a:p>
                  </a:txBody>
                  <a:tcPr marL="91425" marR="91425" marT="91425" marB="914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A2C4C9"/>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altLang="en-IN" sz="1400">
                          <a:solidFill>
                            <a:schemeClr val="dk1"/>
                          </a:solidFill>
                          <a:latin typeface="Times New Roman" panose="02020603050405020304" pitchFamily="18" charset="0"/>
                          <a:cs typeface="Times New Roman" panose="02020603050405020304" pitchFamily="18" charset="0"/>
                        </a:rPr>
                        <a:t>Multimodal Biometric Authentication for a Computer-Based Test (CBT) Application</a:t>
                      </a:r>
                      <a:endParaRPr lang="en-US" sz="1400">
                        <a:solidFill>
                          <a:schemeClr val="dk1"/>
                        </a:solidFill>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sz="1400">
                        <a:solidFill>
                          <a:schemeClr val="dk1"/>
                        </a:solidFill>
                        <a:latin typeface="Times New Roman" panose="02020603050405020304" pitchFamily="18" charset="0"/>
                        <a:cs typeface="Times New Roman" panose="02020603050405020304" pitchFamily="18" charset="0"/>
                      </a:endParaRPr>
                    </a:p>
                  </a:txBody>
                  <a:tcPr marL="91425" marR="91425" marT="91425" marB="914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A2C4C9"/>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a:solidFill>
                            <a:schemeClr val="dk1"/>
                          </a:solidFill>
                          <a:latin typeface="Times New Roman" panose="02020603050405020304" pitchFamily="18" charset="0"/>
                          <a:cs typeface="Times New Roman" panose="02020603050405020304" pitchFamily="18" charset="0"/>
                        </a:rPr>
                        <a:t>Desmond Bala Bisandu, Akos Shalom, Farouk LawanGambo</a:t>
                      </a:r>
                    </a:p>
                    <a:p>
                      <a:pPr marL="0" lvl="0" indent="0" algn="l" rtl="0">
                        <a:spcBef>
                          <a:spcPts val="0"/>
                        </a:spcBef>
                        <a:spcAft>
                          <a:spcPts val="0"/>
                        </a:spcAft>
                        <a:buNone/>
                      </a:pPr>
                      <a:endParaRPr sz="1400">
                        <a:solidFill>
                          <a:schemeClr val="dk1"/>
                        </a:solidFill>
                        <a:latin typeface="Times New Roman" panose="02020603050405020304" pitchFamily="18" charset="0"/>
                        <a:cs typeface="Times New Roman" panose="02020603050405020304" pitchFamily="18" charset="0"/>
                      </a:endParaRPr>
                    </a:p>
                  </a:txBody>
                  <a:tcPr marL="91425" marR="91425" marT="91425" marB="914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A2C4C9"/>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altLang="en-IN" sz="1400">
                          <a:solidFill>
                            <a:schemeClr val="dk1"/>
                          </a:solidFill>
                          <a:latin typeface="Times New Roman" panose="02020603050405020304" pitchFamily="18" charset="0"/>
                          <a:cs typeface="Times New Roman" panose="02020603050405020304" pitchFamily="18" charset="0"/>
                        </a:rPr>
                        <a:t>International Research Journal of Computer Science (IRJCS)-2020</a:t>
                      </a:r>
                      <a:endParaRPr lang="en-US" sz="1400">
                        <a:solidFill>
                          <a:schemeClr val="dk1"/>
                        </a:solidFill>
                        <a:latin typeface="Times New Roman" panose="02020603050405020304" pitchFamily="18" charset="0"/>
                        <a:cs typeface="Times New Roman" panose="02020603050405020304" pitchFamily="18" charset="0"/>
                      </a:endParaRPr>
                    </a:p>
                  </a:txBody>
                  <a:tcPr marL="91425" marR="91425" marT="91425" marB="914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A2C4C9"/>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altLang="en-IN" sz="1400">
                          <a:solidFill>
                            <a:schemeClr val="dk1"/>
                          </a:solidFill>
                          <a:latin typeface="Times New Roman" panose="02020603050405020304" pitchFamily="18" charset="0"/>
                          <a:cs typeface="Times New Roman" panose="02020603050405020304" pitchFamily="18" charset="0"/>
                        </a:rPr>
                        <a:t>Face recognition + other biometrics at login</a:t>
                      </a:r>
                      <a:endParaRPr lang="en-US" sz="1400">
                        <a:solidFill>
                          <a:schemeClr val="dk1"/>
                        </a:solidFill>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sz="1400">
                        <a:solidFill>
                          <a:schemeClr val="dk1"/>
                        </a:solidFill>
                        <a:latin typeface="Times New Roman" panose="02020603050405020304" pitchFamily="18" charset="0"/>
                        <a:cs typeface="Times New Roman" panose="02020603050405020304" pitchFamily="18" charset="0"/>
                      </a:endParaRPr>
                    </a:p>
                  </a:txBody>
                  <a:tcPr marL="91425" marR="91425" marT="91425" marB="914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A2C4C9"/>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altLang="en-IN" sz="1400">
                          <a:solidFill>
                            <a:schemeClr val="dk1"/>
                          </a:solidFill>
                          <a:latin typeface="Times New Roman" panose="02020603050405020304" pitchFamily="18" charset="0"/>
                          <a:cs typeface="Times New Roman" panose="02020603050405020304" pitchFamily="18" charset="0"/>
                        </a:rPr>
                        <a:t>Stops impersonation; ensures correct student starts exam</a:t>
                      </a:r>
                      <a:endParaRPr lang="en-US" sz="1400">
                        <a:solidFill>
                          <a:schemeClr val="dk1"/>
                        </a:solidFill>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sz="1400">
                        <a:solidFill>
                          <a:schemeClr val="dk1"/>
                        </a:solidFill>
                        <a:latin typeface="Times New Roman" panose="02020603050405020304" pitchFamily="18" charset="0"/>
                        <a:cs typeface="Times New Roman" panose="02020603050405020304" pitchFamily="18" charset="0"/>
                      </a:endParaRPr>
                    </a:p>
                  </a:txBody>
                  <a:tcPr marL="91425" marR="91425" marT="91425" marB="914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A2C4C9"/>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altLang="en-IN" sz="1400">
                          <a:solidFill>
                            <a:schemeClr val="dk1"/>
                          </a:solidFill>
                          <a:latin typeface="Times New Roman" panose="02020603050405020304" pitchFamily="18" charset="0"/>
                          <a:cs typeface="Times New Roman" panose="02020603050405020304" pitchFamily="18" charset="0"/>
                        </a:rPr>
                        <a:t>No monitoring during exam; cannot detect cheating; depends on camera/biometric quality</a:t>
                      </a:r>
                      <a:endParaRPr lang="en-US" sz="1400">
                        <a:solidFill>
                          <a:schemeClr val="dk1"/>
                        </a:solidFill>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sz="1400" dirty="0">
                        <a:solidFill>
                          <a:schemeClr val="dk1"/>
                        </a:solidFill>
                        <a:latin typeface="Times New Roman" panose="02020603050405020304" pitchFamily="18" charset="0"/>
                        <a:cs typeface="Times New Roman" panose="02020603050405020304" pitchFamily="18" charset="0"/>
                      </a:endParaRPr>
                    </a:p>
                  </a:txBody>
                  <a:tcPr marL="91425" marR="91425" marT="91425" marB="914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A2C4C9"/>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048587" name="Google Shape;183;p8"/>
          <p:cNvSpPr txBox="1">
            <a:spLocks noGrp="1"/>
          </p:cNvSpPr>
          <p:nvPr>
            <p:ph type="body" idx="4294967295"/>
          </p:nvPr>
        </p:nvSpPr>
        <p:spPr>
          <a:xfrm>
            <a:off x="199440" y="1025280"/>
            <a:ext cx="11288520" cy="5332990"/>
          </a:xfrm>
          <a:prstGeom prst="rect">
            <a:avLst/>
          </a:prstGeom>
          <a:solidFill>
            <a:srgbClr val="FFFFFF"/>
          </a:solidFill>
          <a:ln w="12600" cap="flat" cmpd="sng">
            <a:solidFill>
              <a:srgbClr val="FFFFFF"/>
            </a:solidFill>
            <a:prstDash val="solid"/>
            <a:miter lim="8000"/>
            <a:headEnd type="none" w="sm" len="sm"/>
            <a:tailEnd type="none" w="sm" len="sm"/>
          </a:ln>
        </p:spPr>
        <p:txBody>
          <a:bodyPr spcFirstLastPara="1" wrap="square" lIns="91425" tIns="45700" rIns="91425" bIns="45700" anchor="t" anchorCtr="0">
            <a:noAutofit/>
          </a:bodyPr>
          <a:lstStyle/>
          <a:p>
            <a:pPr marL="0" lvl="0" indent="0" algn="just" rtl="0">
              <a:lnSpc>
                <a:spcPct val="115000"/>
              </a:lnSpc>
              <a:spcBef>
                <a:spcPts val="1000"/>
              </a:spcBef>
              <a:spcAft>
                <a:spcPts val="0"/>
              </a:spcAft>
              <a:buClr>
                <a:schemeClr val="dk1"/>
              </a:buClr>
              <a:buSzPts val="1100"/>
              <a:buFont typeface="Arial"/>
              <a:buNone/>
            </a:pPr>
            <a:r>
              <a:rPr lang="en-US" sz="2400">
                <a:latin typeface="Times New Roman" panose="02020603050405020304" pitchFamily="18" charset="0"/>
                <a:ea typeface="Calibri"/>
                <a:cs typeface="Times New Roman" panose="02020603050405020304" pitchFamily="18" charset="0"/>
                <a:sym typeface="Calibri"/>
              </a:rPr>
              <a:t>The proposed system uses AI-based monitoring to ensure secure and fair online exams by verifying identity and detecting malpractice in real time.</a:t>
            </a:r>
            <a:endParaRPr sz="2400">
              <a:latin typeface="Times New Roman" panose="02020603050405020304" pitchFamily="18" charset="0"/>
              <a:ea typeface="Calibri"/>
              <a:cs typeface="Times New Roman" panose="02020603050405020304" pitchFamily="18" charset="0"/>
              <a:sym typeface="Calibri"/>
            </a:endParaRPr>
          </a:p>
          <a:p>
            <a:pPr marL="0" lvl="0" indent="0" algn="just" rtl="0">
              <a:lnSpc>
                <a:spcPct val="115000"/>
              </a:lnSpc>
              <a:spcBef>
                <a:spcPts val="1000"/>
              </a:spcBef>
              <a:spcAft>
                <a:spcPts val="0"/>
              </a:spcAft>
              <a:buClr>
                <a:schemeClr val="dk1"/>
              </a:buClr>
              <a:buSzPts val="1100"/>
              <a:buFont typeface="Arial"/>
              <a:buNone/>
            </a:pPr>
            <a:r>
              <a:rPr lang="en-US" sz="2400" b="1">
                <a:latin typeface="Times New Roman" panose="02020603050405020304" pitchFamily="18" charset="0"/>
                <a:ea typeface="Calibri"/>
                <a:cs typeface="Times New Roman" panose="02020603050405020304" pitchFamily="18" charset="0"/>
                <a:sym typeface="Calibri"/>
              </a:rPr>
              <a:t>Key Features</a:t>
            </a:r>
            <a:r>
              <a:rPr lang="en-US" sz="2400">
                <a:latin typeface="Times New Roman" panose="02020603050405020304" pitchFamily="18" charset="0"/>
                <a:ea typeface="Calibri"/>
                <a:cs typeface="Times New Roman" panose="02020603050405020304" pitchFamily="18" charset="0"/>
                <a:sym typeface="Calibri"/>
              </a:rPr>
              <a:t>:</a:t>
            </a:r>
            <a:endParaRPr sz="2400">
              <a:latin typeface="Times New Roman" panose="02020603050405020304" pitchFamily="18" charset="0"/>
              <a:ea typeface="Calibri"/>
              <a:cs typeface="Times New Roman" panose="02020603050405020304" pitchFamily="18" charset="0"/>
              <a:sym typeface="Calibri"/>
            </a:endParaRPr>
          </a:p>
          <a:p>
            <a:pPr marL="0" lvl="0" indent="0" algn="just" rtl="0">
              <a:lnSpc>
                <a:spcPct val="115000"/>
              </a:lnSpc>
              <a:spcBef>
                <a:spcPts val="1000"/>
              </a:spcBef>
              <a:spcAft>
                <a:spcPts val="0"/>
              </a:spcAft>
              <a:buClr>
                <a:schemeClr val="dk1"/>
              </a:buClr>
              <a:buSzPts val="1100"/>
              <a:buFont typeface="Arial"/>
              <a:buNone/>
            </a:pPr>
            <a:r>
              <a:rPr lang="en-US" sz="2400">
                <a:latin typeface="Times New Roman" panose="02020603050405020304" pitchFamily="18" charset="0"/>
                <a:ea typeface="Calibri"/>
                <a:cs typeface="Times New Roman" panose="02020603050405020304" pitchFamily="18" charset="0"/>
                <a:sym typeface="Calibri"/>
              </a:rPr>
              <a:t>1.</a:t>
            </a:r>
            <a:r>
              <a:rPr lang="en-US" sz="2400" b="1">
                <a:latin typeface="Times New Roman" panose="02020603050405020304" pitchFamily="18" charset="0"/>
                <a:ea typeface="Calibri"/>
                <a:cs typeface="Times New Roman" panose="02020603050405020304" pitchFamily="18" charset="0"/>
                <a:sym typeface="Calibri"/>
              </a:rPr>
              <a:t>Real-Time Monitoring</a:t>
            </a:r>
            <a:r>
              <a:rPr lang="en-US" sz="2400">
                <a:latin typeface="Times New Roman" panose="02020603050405020304" pitchFamily="18" charset="0"/>
                <a:ea typeface="Calibri"/>
                <a:cs typeface="Times New Roman" panose="02020603050405020304" pitchFamily="18" charset="0"/>
                <a:sym typeface="Calibri"/>
              </a:rPr>
              <a:t>: Tracks student activity, including face detection and behavior.</a:t>
            </a:r>
            <a:endParaRPr sz="2400">
              <a:latin typeface="Times New Roman" panose="02020603050405020304" pitchFamily="18" charset="0"/>
              <a:ea typeface="Calibri"/>
              <a:cs typeface="Times New Roman" panose="02020603050405020304" pitchFamily="18" charset="0"/>
              <a:sym typeface="Calibri"/>
            </a:endParaRPr>
          </a:p>
          <a:p>
            <a:pPr marL="0" lvl="0" indent="0" algn="just" rtl="0">
              <a:lnSpc>
                <a:spcPct val="115000"/>
              </a:lnSpc>
              <a:spcBef>
                <a:spcPts val="1000"/>
              </a:spcBef>
              <a:spcAft>
                <a:spcPts val="0"/>
              </a:spcAft>
              <a:buClr>
                <a:schemeClr val="dk1"/>
              </a:buClr>
              <a:buSzPts val="1100"/>
              <a:buFont typeface="Arial"/>
              <a:buNone/>
            </a:pPr>
            <a:r>
              <a:rPr lang="en-US" sz="2400">
                <a:latin typeface="Times New Roman" panose="02020603050405020304" pitchFamily="18" charset="0"/>
                <a:ea typeface="Calibri"/>
                <a:cs typeface="Times New Roman" panose="02020603050405020304" pitchFamily="18" charset="0"/>
                <a:sym typeface="Calibri"/>
              </a:rPr>
              <a:t>2. </a:t>
            </a:r>
            <a:r>
              <a:rPr lang="en-US" sz="2400" b="1">
                <a:latin typeface="Times New Roman" panose="02020603050405020304" pitchFamily="18" charset="0"/>
                <a:ea typeface="Calibri"/>
                <a:cs typeface="Times New Roman" panose="02020603050405020304" pitchFamily="18" charset="0"/>
                <a:sym typeface="Calibri"/>
              </a:rPr>
              <a:t>Identity Verification</a:t>
            </a:r>
            <a:r>
              <a:rPr lang="en-US" sz="2400">
                <a:latin typeface="Times New Roman" panose="02020603050405020304" pitchFamily="18" charset="0"/>
                <a:ea typeface="Calibri"/>
                <a:cs typeface="Times New Roman" panose="02020603050405020304" pitchFamily="18" charset="0"/>
                <a:sym typeface="Calibri"/>
              </a:rPr>
              <a:t>: AI-based facial recognition prevents impersonation.</a:t>
            </a:r>
            <a:endParaRPr sz="2400">
              <a:latin typeface="Times New Roman" panose="02020603050405020304" pitchFamily="18" charset="0"/>
              <a:ea typeface="Calibri"/>
              <a:cs typeface="Times New Roman" panose="02020603050405020304" pitchFamily="18" charset="0"/>
              <a:sym typeface="Calibri"/>
            </a:endParaRPr>
          </a:p>
          <a:p>
            <a:pPr marL="0" lvl="0" indent="0" algn="just" rtl="0">
              <a:lnSpc>
                <a:spcPct val="115000"/>
              </a:lnSpc>
              <a:spcBef>
                <a:spcPts val="1000"/>
              </a:spcBef>
              <a:spcAft>
                <a:spcPts val="0"/>
              </a:spcAft>
              <a:buClr>
                <a:schemeClr val="dk1"/>
              </a:buClr>
              <a:buSzPts val="1100"/>
              <a:buFont typeface="Arial"/>
              <a:buNone/>
            </a:pPr>
            <a:r>
              <a:rPr lang="en-US" sz="2400">
                <a:latin typeface="Times New Roman" panose="02020603050405020304" pitchFamily="18" charset="0"/>
                <a:ea typeface="Calibri"/>
                <a:cs typeface="Times New Roman" panose="02020603050405020304" pitchFamily="18" charset="0"/>
                <a:sym typeface="Calibri"/>
              </a:rPr>
              <a:t>3. </a:t>
            </a:r>
            <a:r>
              <a:rPr lang="en-US" sz="2400" b="1">
                <a:latin typeface="Times New Roman" panose="02020603050405020304" pitchFamily="18" charset="0"/>
                <a:ea typeface="Calibri"/>
                <a:cs typeface="Times New Roman" panose="02020603050405020304" pitchFamily="18" charset="0"/>
                <a:sym typeface="Calibri"/>
              </a:rPr>
              <a:t>Malpractice Detection</a:t>
            </a:r>
            <a:r>
              <a:rPr lang="en-US" sz="2400">
                <a:latin typeface="Times New Roman" panose="02020603050405020304" pitchFamily="18" charset="0"/>
                <a:ea typeface="Calibri"/>
                <a:cs typeface="Times New Roman" panose="02020603050405020304" pitchFamily="18" charset="0"/>
                <a:sym typeface="Calibri"/>
              </a:rPr>
              <a:t>: Detects cheating, mobile usage, or unauthorized presence.</a:t>
            </a:r>
            <a:endParaRPr sz="2400">
              <a:latin typeface="Times New Roman" panose="02020603050405020304" pitchFamily="18" charset="0"/>
              <a:ea typeface="Calibri"/>
              <a:cs typeface="Times New Roman" panose="02020603050405020304" pitchFamily="18" charset="0"/>
              <a:sym typeface="Calibri"/>
            </a:endParaRPr>
          </a:p>
          <a:p>
            <a:pPr marL="0" lvl="0" indent="0" algn="just" rtl="0">
              <a:lnSpc>
                <a:spcPct val="115000"/>
              </a:lnSpc>
              <a:spcBef>
                <a:spcPts val="1000"/>
              </a:spcBef>
              <a:spcAft>
                <a:spcPts val="0"/>
              </a:spcAft>
              <a:buClr>
                <a:schemeClr val="dk1"/>
              </a:buClr>
              <a:buSzPts val="1100"/>
              <a:buFont typeface="Arial"/>
              <a:buNone/>
            </a:pPr>
            <a:r>
              <a:rPr lang="en-US" sz="2400">
                <a:latin typeface="Times New Roman" panose="02020603050405020304" pitchFamily="18" charset="0"/>
                <a:ea typeface="Calibri"/>
                <a:cs typeface="Times New Roman" panose="02020603050405020304" pitchFamily="18" charset="0"/>
                <a:sym typeface="Calibri"/>
              </a:rPr>
              <a:t>4. </a:t>
            </a:r>
            <a:r>
              <a:rPr lang="en-US" sz="2400" b="1">
                <a:latin typeface="Times New Roman" panose="02020603050405020304" pitchFamily="18" charset="0"/>
                <a:ea typeface="Calibri"/>
                <a:cs typeface="Times New Roman" panose="02020603050405020304" pitchFamily="18" charset="0"/>
                <a:sym typeface="Calibri"/>
              </a:rPr>
              <a:t>Automated Exam Management:</a:t>
            </a:r>
            <a:r>
              <a:rPr lang="en-US" sz="2400">
                <a:latin typeface="Times New Roman" panose="02020603050405020304" pitchFamily="18" charset="0"/>
                <a:ea typeface="Calibri"/>
                <a:cs typeface="Times New Roman" panose="02020603050405020304" pitchFamily="18" charset="0"/>
                <a:sym typeface="Calibri"/>
              </a:rPr>
              <a:t> Faculty can create, schedule, and manage exams and results.</a:t>
            </a:r>
            <a:endParaRPr sz="2400">
              <a:latin typeface="Times New Roman" panose="02020603050405020304" pitchFamily="18" charset="0"/>
              <a:ea typeface="Calibri"/>
              <a:cs typeface="Times New Roman" panose="02020603050405020304" pitchFamily="18" charset="0"/>
              <a:sym typeface="Calibri"/>
            </a:endParaRPr>
          </a:p>
          <a:p>
            <a:pPr marL="0" lvl="0" indent="0" algn="just" rtl="0">
              <a:lnSpc>
                <a:spcPct val="115000"/>
              </a:lnSpc>
              <a:spcBef>
                <a:spcPts val="1000"/>
              </a:spcBef>
              <a:spcAft>
                <a:spcPts val="0"/>
              </a:spcAft>
              <a:buClr>
                <a:schemeClr val="dk1"/>
              </a:buClr>
              <a:buSzPts val="1100"/>
              <a:buFont typeface="Arial"/>
              <a:buNone/>
            </a:pPr>
            <a:r>
              <a:rPr lang="en-US" sz="2400">
                <a:latin typeface="Times New Roman" panose="02020603050405020304" pitchFamily="18" charset="0"/>
                <a:ea typeface="Calibri"/>
                <a:cs typeface="Times New Roman" panose="02020603050405020304" pitchFamily="18" charset="0"/>
                <a:sym typeface="Calibri"/>
              </a:rPr>
              <a:t>5.</a:t>
            </a:r>
            <a:r>
              <a:rPr lang="en-US" sz="2400" b="1">
                <a:latin typeface="Times New Roman" panose="02020603050405020304" pitchFamily="18" charset="0"/>
                <a:ea typeface="Calibri"/>
                <a:cs typeface="Times New Roman" panose="02020603050405020304" pitchFamily="18" charset="0"/>
                <a:sym typeface="Calibri"/>
              </a:rPr>
              <a:t> Alerts &amp; Notifications</a:t>
            </a:r>
            <a:r>
              <a:rPr lang="en-US" sz="2400">
                <a:latin typeface="Times New Roman" panose="02020603050405020304" pitchFamily="18" charset="0"/>
                <a:ea typeface="Calibri"/>
                <a:cs typeface="Times New Roman" panose="02020603050405020304" pitchFamily="18" charset="0"/>
                <a:sym typeface="Calibri"/>
              </a:rPr>
              <a:t>: Sends real-time alerts for suspicious activities.</a:t>
            </a:r>
            <a:endParaRPr sz="2400">
              <a:latin typeface="Times New Roman" panose="02020603050405020304" pitchFamily="18" charset="0"/>
              <a:ea typeface="Calibri"/>
              <a:cs typeface="Times New Roman" panose="02020603050405020304" pitchFamily="18" charset="0"/>
              <a:sym typeface="Calibri"/>
            </a:endParaRPr>
          </a:p>
          <a:p>
            <a:pPr marL="0" lvl="0" indent="0" algn="just" rtl="0">
              <a:lnSpc>
                <a:spcPct val="115000"/>
              </a:lnSpc>
              <a:spcBef>
                <a:spcPts val="1000"/>
              </a:spcBef>
              <a:spcAft>
                <a:spcPts val="0"/>
              </a:spcAft>
              <a:buNone/>
            </a:pPr>
            <a:endParaRPr sz="2400">
              <a:latin typeface="Times New Roman" panose="02020603050405020304" pitchFamily="18" charset="0"/>
              <a:ea typeface="Calibri"/>
              <a:cs typeface="Times New Roman" panose="02020603050405020304" pitchFamily="18" charset="0"/>
              <a:sym typeface="Calibri"/>
            </a:endParaRPr>
          </a:p>
        </p:txBody>
      </p:sp>
      <p:sp>
        <p:nvSpPr>
          <p:cNvPr id="1048588" name="Google Shape;184;p8"/>
          <p:cNvSpPr txBox="1">
            <a:spLocks noGrp="1"/>
          </p:cNvSpPr>
          <p:nvPr>
            <p:ph type="title" idx="4294967295"/>
          </p:nvPr>
        </p:nvSpPr>
        <p:spPr>
          <a:xfrm>
            <a:off x="0" y="232920"/>
            <a:ext cx="12191760" cy="714600"/>
          </a:xfrm>
          <a:prstGeom prst="rect">
            <a:avLst/>
          </a:prstGeom>
          <a:solidFill>
            <a:srgbClr val="FF6600"/>
          </a:solidFill>
          <a:ln>
            <a:noFill/>
          </a:ln>
          <a:effectLst>
            <a:outerShdw blurRad="44280" dist="28080" dir="5400000" rotWithShape="0">
              <a:srgbClr val="000000">
                <a:alpha val="31764"/>
              </a:srgbClr>
            </a:outerShdw>
          </a:effectLst>
        </p:spPr>
        <p:txBody>
          <a:bodyPr spcFirstLastPara="1" wrap="square" lIns="90000" tIns="45000" rIns="90000" bIns="45000" anchor="t" anchorCtr="0">
            <a:noAutofit/>
          </a:bodyPr>
          <a:lstStyle/>
          <a:p>
            <a:pPr marL="0" lvl="0" indent="0" algn="l" rtl="0">
              <a:lnSpc>
                <a:spcPct val="90000"/>
              </a:lnSpc>
              <a:spcBef>
                <a:spcPts val="0"/>
              </a:spcBef>
              <a:spcAft>
                <a:spcPts val="0"/>
              </a:spcAft>
              <a:buNone/>
            </a:pPr>
            <a:r>
              <a:rPr lang="en-US" sz="4400" b="0" strike="noStrike">
                <a:solidFill>
                  <a:srgbClr val="FFFFFF"/>
                </a:solidFill>
                <a:latin typeface="Times New Roman"/>
                <a:ea typeface="Times New Roman"/>
                <a:cs typeface="Times New Roman"/>
                <a:sym typeface="Times New Roman"/>
              </a:rPr>
              <a:t>Proposed System</a:t>
            </a:r>
            <a:endParaRPr sz="4400" b="0" strike="noStrike">
              <a:solidFill>
                <a:srgbClr val="000000"/>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048595" name="Google Shape;189;p9"/>
          <p:cNvSpPr txBox="1">
            <a:spLocks noGrp="1"/>
          </p:cNvSpPr>
          <p:nvPr>
            <p:ph type="title" idx="4294967295"/>
          </p:nvPr>
        </p:nvSpPr>
        <p:spPr>
          <a:xfrm>
            <a:off x="0" y="232920"/>
            <a:ext cx="12191760" cy="714600"/>
          </a:xfrm>
          <a:prstGeom prst="rect">
            <a:avLst/>
          </a:prstGeom>
          <a:solidFill>
            <a:srgbClr val="FF6600"/>
          </a:solidFill>
          <a:ln>
            <a:noFill/>
          </a:ln>
          <a:effectLst>
            <a:outerShdw blurRad="44280" dist="28080" dir="5400000" rotWithShape="0">
              <a:srgbClr val="000000">
                <a:alpha val="31764"/>
              </a:srgbClr>
            </a:outerShdw>
          </a:effectLst>
        </p:spPr>
        <p:txBody>
          <a:bodyPr spcFirstLastPara="1" wrap="square" lIns="90000" tIns="45000" rIns="90000" bIns="45000" anchor="t" anchorCtr="0">
            <a:noAutofit/>
          </a:bodyPr>
          <a:lstStyle/>
          <a:p>
            <a:pPr marL="0" lvl="0" indent="0" algn="l" rtl="0">
              <a:lnSpc>
                <a:spcPct val="90000"/>
              </a:lnSpc>
              <a:spcBef>
                <a:spcPts val="0"/>
              </a:spcBef>
              <a:spcAft>
                <a:spcPts val="0"/>
              </a:spcAft>
              <a:buNone/>
            </a:pPr>
            <a:r>
              <a:rPr lang="en-US" sz="4400" b="0" strike="noStrike">
                <a:solidFill>
                  <a:srgbClr val="FFFFFF"/>
                </a:solidFill>
                <a:latin typeface="Times New Roman"/>
                <a:ea typeface="Times New Roman"/>
                <a:cs typeface="Times New Roman"/>
                <a:sym typeface="Times New Roman"/>
              </a:rPr>
              <a:t> References</a:t>
            </a:r>
            <a:endParaRPr sz="4400" b="0" strike="noStrike">
              <a:solidFill>
                <a:srgbClr val="000000"/>
              </a:solidFill>
              <a:latin typeface="Calibri"/>
              <a:ea typeface="Calibri"/>
              <a:cs typeface="Calibri"/>
              <a:sym typeface="Calibri"/>
            </a:endParaRPr>
          </a:p>
        </p:txBody>
      </p:sp>
      <p:sp>
        <p:nvSpPr>
          <p:cNvPr id="1048596" name="Google Shape;190;p9"/>
          <p:cNvSpPr txBox="1">
            <a:spLocks noGrp="1"/>
          </p:cNvSpPr>
          <p:nvPr>
            <p:ph type="body" idx="4294967295"/>
          </p:nvPr>
        </p:nvSpPr>
        <p:spPr>
          <a:xfrm>
            <a:off x="199440" y="1097280"/>
            <a:ext cx="11778840" cy="5394600"/>
          </a:xfrm>
          <a:prstGeom prst="rect">
            <a:avLst/>
          </a:prstGeom>
          <a:noFill/>
          <a:ln>
            <a:noFill/>
          </a:ln>
        </p:spPr>
        <p:txBody>
          <a:bodyPr spcFirstLastPara="1" wrap="square" lIns="91425" tIns="45700" rIns="91425" bIns="45700" anchor="t" anchorCtr="0">
            <a:noAutofit/>
          </a:bodyPr>
          <a:lstStyle/>
          <a:p>
            <a:pPr marL="577850" lvl="0" indent="-577850" algn="just" rtl="0">
              <a:lnSpc>
                <a:spcPct val="90000"/>
              </a:lnSpc>
              <a:spcBef>
                <a:spcPts val="1000"/>
              </a:spcBef>
              <a:spcAft>
                <a:spcPts val="0"/>
              </a:spcAft>
              <a:buNone/>
            </a:pPr>
            <a:r>
              <a:rPr lang="en-US" altLang="en-IN" sz="2600">
                <a:latin typeface="Times New Roman"/>
                <a:ea typeface="Times New Roman"/>
                <a:cs typeface="Times New Roman"/>
                <a:sym typeface="Times New Roman"/>
              </a:rPr>
              <a:t>[1] Narendra K and Harish R “Cheating Detection and Prevention Techniques in Online System for University Examinations: A Comprehensive Review,” International Research Journal on Advanced Engineering Hub (IRJAEH), Volume 02, Issue: 09 September 2024.</a:t>
            </a:r>
            <a:endParaRPr sz="2600">
              <a:latin typeface="Times New Roman"/>
              <a:ea typeface="Times New Roman"/>
              <a:cs typeface="Times New Roman"/>
              <a:sym typeface="Times New Roman"/>
            </a:endParaRPr>
          </a:p>
          <a:p>
            <a:pPr marL="577850" lvl="0" indent="-577850" algn="just" rtl="0">
              <a:lnSpc>
                <a:spcPct val="90000"/>
              </a:lnSpc>
              <a:spcBef>
                <a:spcPts val="1000"/>
              </a:spcBef>
              <a:spcAft>
                <a:spcPts val="0"/>
              </a:spcAft>
              <a:buNone/>
            </a:pPr>
            <a:r>
              <a:rPr lang="en-US" altLang="en-IN" sz="2600">
                <a:latin typeface="Times New Roman"/>
                <a:ea typeface="Times New Roman"/>
                <a:cs typeface="Times New Roman"/>
                <a:sym typeface="Times New Roman"/>
              </a:rPr>
              <a:t>[2] Chia-An Lee, Nen-Fu Huang, Jian-Wei Tzeng and Pin-Han Tsai, “AI-Based Diagnostic Assessment System: Integrated With Knowledge Map in MOOCs,” IEEE Transactions on LearningTechnologies, Volume 16, No. 5, October 2023.</a:t>
            </a:r>
            <a:endParaRPr sz="2600">
              <a:latin typeface="Times New Roman"/>
              <a:ea typeface="Times New Roman"/>
              <a:cs typeface="Times New Roman"/>
              <a:sym typeface="Times New Roman"/>
            </a:endParaRPr>
          </a:p>
          <a:p>
            <a:pPr marL="577850" lvl="0" indent="-577850" algn="just" rtl="0">
              <a:lnSpc>
                <a:spcPct val="90000"/>
              </a:lnSpc>
              <a:spcBef>
                <a:spcPts val="1000"/>
              </a:spcBef>
              <a:spcAft>
                <a:spcPts val="0"/>
              </a:spcAft>
              <a:buNone/>
            </a:pPr>
            <a:r>
              <a:rPr lang="en-US" altLang="en-IN" sz="2600">
                <a:latin typeface="Times New Roman"/>
                <a:ea typeface="Times New Roman"/>
                <a:cs typeface="Times New Roman"/>
                <a:sym typeface="Times New Roman"/>
              </a:rPr>
              <a:t>[3] Desmond Bala Bisandu, Akos Shalom and Farouk LawanGambo, “Multimodal Biometric Authentication for a Computer‑Based Test (CBT) Application,” International Research Journal of Computer Science, Volume VII,179-196, Issue:16 July 2020.</a:t>
            </a:r>
            <a:endParaRPr sz="26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048603" name="Google Shape;195;p10"/>
          <p:cNvSpPr txBox="1">
            <a:spLocks noGrp="1"/>
          </p:cNvSpPr>
          <p:nvPr>
            <p:ph type="title" idx="4294967295"/>
          </p:nvPr>
        </p:nvSpPr>
        <p:spPr>
          <a:xfrm>
            <a:off x="0" y="232920"/>
            <a:ext cx="12191760" cy="714600"/>
          </a:xfrm>
          <a:prstGeom prst="rect">
            <a:avLst/>
          </a:prstGeom>
          <a:solidFill>
            <a:srgbClr val="FF6600"/>
          </a:solidFill>
          <a:ln>
            <a:noFill/>
          </a:ln>
          <a:effectLst>
            <a:outerShdw blurRad="44280" dist="28080" dir="5400000" rotWithShape="0">
              <a:srgbClr val="000000">
                <a:alpha val="31764"/>
              </a:srgbClr>
            </a:outerShdw>
          </a:effectLst>
        </p:spPr>
        <p:txBody>
          <a:bodyPr spcFirstLastPara="1" wrap="square" lIns="90000" tIns="45000" rIns="90000" bIns="45000" anchor="t" anchorCtr="0">
            <a:noAutofit/>
          </a:bodyPr>
          <a:lstStyle/>
          <a:p>
            <a:pPr marL="0" lvl="0" indent="0" algn="l" rtl="0">
              <a:lnSpc>
                <a:spcPct val="90000"/>
              </a:lnSpc>
              <a:spcBef>
                <a:spcPts val="0"/>
              </a:spcBef>
              <a:spcAft>
                <a:spcPts val="0"/>
              </a:spcAft>
              <a:buNone/>
            </a:pPr>
            <a:r>
              <a:rPr lang="en-US" sz="4400" b="0" strike="noStrike">
                <a:solidFill>
                  <a:srgbClr val="FFFFFF"/>
                </a:solidFill>
                <a:latin typeface="Times New Roman"/>
                <a:ea typeface="Times New Roman"/>
                <a:cs typeface="Times New Roman"/>
                <a:sym typeface="Times New Roman"/>
              </a:rPr>
              <a:t>Git Hub Dashboards of each student</a:t>
            </a:r>
            <a:endParaRPr sz="4400" b="0" strike="noStrike">
              <a:solidFill>
                <a:srgbClr val="000000"/>
              </a:solidFill>
              <a:latin typeface="Calibri"/>
              <a:ea typeface="Calibri"/>
              <a:cs typeface="Calibri"/>
              <a:sym typeface="Calibri"/>
            </a:endParaRPr>
          </a:p>
        </p:txBody>
      </p:sp>
      <p:sp>
        <p:nvSpPr>
          <p:cNvPr id="1048604" name="Google Shape;196;p10"/>
          <p:cNvSpPr txBox="1"/>
          <p:nvPr/>
        </p:nvSpPr>
        <p:spPr>
          <a:xfrm>
            <a:off x="838199" y="6069968"/>
            <a:ext cx="10411047" cy="545632"/>
          </a:xfrm>
          <a:prstGeom prst="rect">
            <a:avLst/>
          </a:prstGeom>
          <a:noFill/>
          <a:ln>
            <a:noFill/>
          </a:ln>
        </p:spPr>
        <p:txBody>
          <a:bodyPr spcFirstLastPara="1" wrap="square" lIns="91425" tIns="45700" rIns="91425" bIns="45700" anchor="t" anchorCtr="0">
            <a:noAutofit/>
          </a:bodyPr>
          <a:lstStyle/>
          <a:p>
            <a:pPr lvl="0"/>
            <a:r>
              <a:rPr lang="en-US" sz="1800" b="1">
                <a:solidFill>
                  <a:schemeClr val="dk1"/>
                </a:solidFill>
              </a:rPr>
              <a:t>Github link</a:t>
            </a:r>
            <a:r>
              <a:rPr lang="en-US" sz="1800" b="1">
                <a:solidFill>
                  <a:srgbClr val="0070C0"/>
                </a:solidFill>
              </a:rPr>
              <a:t>: </a:t>
            </a:r>
            <a:r>
              <a:rPr lang="en-US" sz="1800" u="sng">
                <a:solidFill>
                  <a:schemeClr val="tx1"/>
                </a:solidFill>
                <a:latin typeface="Times New Roman" panose="02020603050405020304" pitchFamily="18" charset="0"/>
                <a:cs typeface="Times New Roman" panose="02020603050405020304" pitchFamily="18" charset="0"/>
              </a:rPr>
              <a:t>https://github.com/MYPROJECTS-SRIT/online-assessment-system-using-ai-based-monitoring</a:t>
            </a:r>
            <a:endParaRPr sz="1800" u="sng" strike="noStrike" cap="none">
              <a:solidFill>
                <a:schemeClr val="tx1"/>
              </a:solidFill>
              <a:latin typeface="Times New Roman" panose="02020603050405020304" pitchFamily="18" charset="0"/>
              <a:cs typeface="Times New Roman" panose="02020603050405020304" pitchFamily="18" charset="0"/>
              <a:sym typeface="Arial"/>
            </a:endParaRPr>
          </a:p>
        </p:txBody>
      </p:sp>
      <p:pic>
        <p:nvPicPr>
          <p:cNvPr id="5" name="Picture 4">
            <a:extLst>
              <a:ext uri="{FF2B5EF4-FFF2-40B4-BE49-F238E27FC236}">
                <a16:creationId xmlns:a16="http://schemas.microsoft.com/office/drawing/2014/main" id="{47E546F0-8FBF-84BF-057C-8279CF6E2582}"/>
              </a:ext>
            </a:extLst>
          </p:cNvPr>
          <p:cNvPicPr>
            <a:picLocks noChangeAspect="1"/>
          </p:cNvPicPr>
          <p:nvPr/>
        </p:nvPicPr>
        <p:blipFill>
          <a:blip r:embed="rId3"/>
          <a:stretch>
            <a:fillRect/>
          </a:stretch>
        </p:blipFill>
        <p:spPr>
          <a:xfrm>
            <a:off x="838200" y="1073888"/>
            <a:ext cx="10528005" cy="486971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1048642" name="Google Shape;202;p11"/>
          <p:cNvSpPr/>
          <p:nvPr/>
        </p:nvSpPr>
        <p:spPr>
          <a:xfrm>
            <a:off x="2632680" y="2375640"/>
            <a:ext cx="6848640" cy="1611968"/>
          </a:xfrm>
          <a:prstGeom prst="rect">
            <a:avLst/>
          </a:prstGeom>
          <a:noFill/>
          <a:ln>
            <a:noFill/>
          </a:ln>
        </p:spPr>
        <p:txBody>
          <a:bodyPr spcFirstLastPara="1" wrap="square" lIns="90000" tIns="45000" rIns="90000" bIns="45000" anchor="t" anchorCtr="0">
            <a:spAutoFit/>
          </a:bodyPr>
          <a:lstStyle/>
          <a:p>
            <a:pPr marL="0" marR="0" lvl="0" indent="0" algn="l" rtl="0">
              <a:lnSpc>
                <a:spcPct val="107000"/>
              </a:lnSpc>
              <a:spcBef>
                <a:spcPts val="0"/>
              </a:spcBef>
              <a:spcAft>
                <a:spcPts val="0"/>
              </a:spcAft>
              <a:buNone/>
            </a:pPr>
            <a:r>
              <a:rPr lang="en-US" sz="9600" b="0" i="1" u="none" strike="noStrike" cap="none">
                <a:solidFill>
                  <a:srgbClr val="FF6600"/>
                </a:solidFill>
                <a:latin typeface="Times New Roman"/>
                <a:ea typeface="Times New Roman"/>
                <a:cs typeface="Times New Roman"/>
                <a:sym typeface="Times New Roman"/>
              </a:rPr>
              <a:t>Any Queries?</a:t>
            </a:r>
            <a:endParaRPr sz="9600" b="0" i="0" u="none" strike="noStrike" cap="non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891</Words>
  <Application>Microsoft Office PowerPoint</Application>
  <PresentationFormat>Widescreen</PresentationFormat>
  <Paragraphs>85</Paragraphs>
  <Slides>11</Slides>
  <Notes>11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11</vt:i4>
      </vt:variant>
    </vt:vector>
  </HeadingPairs>
  <TitlesOfParts>
    <vt:vector size="17" baseType="lpstr">
      <vt:lpstr>Arial</vt:lpstr>
      <vt:lpstr>Calibri</vt:lpstr>
      <vt:lpstr>Noto Sans Symbols</vt:lpstr>
      <vt:lpstr>Times New Roman</vt:lpstr>
      <vt:lpstr>Office Theme</vt:lpstr>
      <vt:lpstr>Office Theme</vt:lpstr>
      <vt:lpstr>PowerPoint Presentation</vt:lpstr>
      <vt:lpstr>Contents</vt:lpstr>
      <vt:lpstr>Title Justification</vt:lpstr>
      <vt:lpstr>Abstract</vt:lpstr>
      <vt:lpstr>Problem Statement</vt:lpstr>
      <vt:lpstr>Objectives of Project</vt:lpstr>
      <vt:lpstr>Literature survey for objectives</vt:lpstr>
      <vt:lpstr>Proposed System</vt:lpstr>
      <vt:lpstr> References</vt:lpstr>
      <vt:lpstr>Git Hub Dashboards of each student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venkatesh k</dc:creator>
  <cp:lastModifiedBy>reethika reethika</cp:lastModifiedBy>
  <cp:revision>6</cp:revision>
  <dcterms:created xsi:type="dcterms:W3CDTF">2019-06-09T20:35:00Z</dcterms:created>
  <dcterms:modified xsi:type="dcterms:W3CDTF">2025-12-11T02:11:23Z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993253d0a81645c39fde2d519a053cd3</vt:lpwstr>
  </property>
  <property fmtid="{D5CDD505-2E9C-101B-9397-08002B2CF9AE}" pid="3" name="KSOProductBuildVer">
    <vt:lpwstr>1033-12.2.0.18639</vt:lpwstr>
  </property>
  <property fmtid="{D5CDD505-2E9C-101B-9397-08002B2CF9AE}" pid="4" name="PresentationFormat">
    <vt:lpwstr>Widescreen</vt:lpwstr>
  </property>
  <property fmtid="{D5CDD505-2E9C-101B-9397-08002B2CF9AE}" pid="5" name="Slides">
    <vt:i4>8</vt:i4>
  </property>
</Properties>
</file>